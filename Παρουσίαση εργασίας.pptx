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5" r:id="rId7"/>
    <p:sldId id="259" r:id="rId8"/>
    <p:sldId id="266" r:id="rId9"/>
    <p:sldId id="267" r:id="rId10"/>
    <p:sldId id="268" r:id="rId11"/>
    <p:sldId id="270" r:id="rId12"/>
    <p:sldId id="271" r:id="rId13"/>
    <p:sldId id="284" r:id="rId14"/>
    <p:sldId id="272" r:id="rId15"/>
    <p:sldId id="274" r:id="rId16"/>
  </p:sldIdLst>
  <p:sldSz cx="9144000" cy="5143500"/>
  <p:notesSz cx="6858000" cy="9144000"/>
  <p:embeddedFontLst>
    <p:embeddedFont>
      <p:font typeface="Poppins" panose="00000500000000000000"/>
      <p:regular r:id="rId20"/>
    </p:embeddedFont>
    <p:embeddedFont>
      <p:font typeface="Rubik"/>
      <p:regular r:id="rId21"/>
    </p:embeddedFont>
    <p:embeddedFont>
      <p:font typeface="Montserrat"/>
      <p:regular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1cf8380df8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1cf8380df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1cf8380df8_0_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1cf8380df8_0_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1cf8380df8_0_1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1cf8380df8_0_1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1cf8380df8_0_1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1cf8380df8_0_1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1cf8380df8_0_1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1cf8380df8_0_1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1cf839cbd9_0_1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1cf839cbd9_0_1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1cf839cbd9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1cf839cbd9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1cf839cbd9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1cf839cbd9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1cf8380df8_0_1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1cf8380df8_0_1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1cf8380df8_0_1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1cf8380df8_0_1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1cf8380df8_0_1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1cf8380df8_0_1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1cf8380df8_0_1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1cf8380df8_0_1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1cf8380df8_0_2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1cf8380df8_0_2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169100" y="1820750"/>
            <a:ext cx="4268100" cy="15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110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1169100" y="3383000"/>
            <a:ext cx="2480400" cy="6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Rubik"/>
                <a:ea typeface="Rubik"/>
                <a:cs typeface="Rubik"/>
                <a:sym typeface="Rubi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305015" y="2009367"/>
            <a:ext cx="3602100" cy="14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type="title" idx="2" hasCustomPrompt="1"/>
          </p:nvPr>
        </p:nvSpPr>
        <p:spPr>
          <a:xfrm>
            <a:off x="6754415" y="1009867"/>
            <a:ext cx="1152300" cy="97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type="subTitle" idx="1"/>
          </p:nvPr>
        </p:nvSpPr>
        <p:spPr>
          <a:xfrm>
            <a:off x="5419915" y="3493692"/>
            <a:ext cx="2486700" cy="7056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17" name="Google Shape;17;p4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18" name="Google Shape;18;p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" name="Google Shape;19;p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" name="Google Shape;20;p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" name="Google Shape;21;p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" name="Google Shape;22;p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" name="Google Shape;23;p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" name="Google Shape;24;p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" name="Google Shape;25;p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" name="Google Shape;26;p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" name="Google Shape;27;p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" name="Google Shape;28;p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0" name="Google Shape;40;p4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41" name="Google Shape;41;p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3" name="Google Shape;43;p4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44" name="Google Shape;44;p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46" name="Google Shape;46;p4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4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48" name="Google Shape;48;p4"/>
          <p:cNvSpPr txBox="1"/>
          <p:nvPr>
            <p:ph type="body" idx="1"/>
          </p:nvPr>
        </p:nvSpPr>
        <p:spPr>
          <a:xfrm>
            <a:off x="713225" y="1158501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1" name="Google Shape;51;p5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52" name="Google Shape;52;p5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5" name="Google Shape;55;p5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56" name="Google Shape;56;p5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8" name="Google Shape;58;p5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59" name="Google Shape;59;p5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77" name="Google Shape;77;p5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5"/>
          <p:cNvSpPr txBox="1"/>
          <p:nvPr>
            <p:ph type="body" idx="1"/>
          </p:nvPr>
        </p:nvSpPr>
        <p:spPr>
          <a:xfrm>
            <a:off x="713225" y="1347000"/>
            <a:ext cx="3858900" cy="25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5"/>
          <p:cNvSpPr txBox="1"/>
          <p:nvPr>
            <p:ph type="body" idx="2"/>
          </p:nvPr>
        </p:nvSpPr>
        <p:spPr>
          <a:xfrm>
            <a:off x="4571675" y="1347000"/>
            <a:ext cx="3858900" cy="25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6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82" name="Google Shape;82;p6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83" name="Google Shape;83;p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4" name="Google Shape;84;p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5" name="Google Shape;85;p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7" name="Google Shape;87;p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0" name="Google Shape;90;p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5" name="Google Shape;95;p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6" name="Google Shape;96;p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8" name="Google Shape;98;p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9" name="Google Shape;99;p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2" name="Google Shape;102;p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3" name="Google Shape;103;p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5" name="Google Shape;105;p6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106" name="Google Shape;106;p6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8" name="Google Shape;108;p6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109" name="Google Shape;109;p6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10" name="Google Shape;110;p6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111" name="Google Shape;111;p6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6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9" name="Google Shape;119;p7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120" name="Google Shape;120;p7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" name="Google Shape;121;p7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22" name="Google Shape;122;p7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123" name="Google Shape;123;p7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" name="Google Shape;124;p7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" name="Google Shape;125;p7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" name="Google Shape;126;p7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" name="Google Shape;128;p7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" name="Google Shape;129;p7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" name="Google Shape;130;p7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" name="Google Shape;131;p7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" name="Google Shape;132;p7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" name="Google Shape;133;p7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" name="Google Shape;134;p7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41" name="Google Shape;141;p7"/>
          <p:cNvSpPr txBox="1"/>
          <p:nvPr>
            <p:ph type="title"/>
          </p:nvPr>
        </p:nvSpPr>
        <p:spPr>
          <a:xfrm>
            <a:off x="712568" y="1388800"/>
            <a:ext cx="4307700" cy="13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7"/>
          <p:cNvSpPr txBox="1"/>
          <p:nvPr>
            <p:ph type="subTitle" idx="1"/>
          </p:nvPr>
        </p:nvSpPr>
        <p:spPr>
          <a:xfrm>
            <a:off x="712568" y="2628220"/>
            <a:ext cx="4860000" cy="11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3" name="Google Shape;143;p7"/>
          <p:cNvSpPr/>
          <p:nvPr>
            <p:ph type="pic" idx="2"/>
          </p:nvPr>
        </p:nvSpPr>
        <p:spPr>
          <a:xfrm>
            <a:off x="5763458" y="1274475"/>
            <a:ext cx="2608200" cy="260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3662475" y="2174375"/>
            <a:ext cx="4359000" cy="18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000" b="1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9"/>
          <p:cNvGrpSpPr/>
          <p:nvPr/>
        </p:nvGrpSpPr>
        <p:grpSpPr>
          <a:xfrm flipH="1">
            <a:off x="-4654543" y="1551078"/>
            <a:ext cx="13605016" cy="5724229"/>
            <a:chOff x="185623" y="1551078"/>
            <a:chExt cx="13605016" cy="5724229"/>
          </a:xfrm>
        </p:grpSpPr>
        <p:grpSp>
          <p:nvGrpSpPr>
            <p:cNvPr id="148" name="Google Shape;148;p9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149" name="Google Shape;149;p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2" name="Google Shape;152;p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3" name="Google Shape;153;p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4" name="Google Shape;154;p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7" name="Google Shape;157;p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5" name="Google Shape;165;p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7" name="Google Shape;167;p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9" name="Google Shape;169;p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70" name="Google Shape;170;p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</p:grpSp>
        <p:grpSp>
          <p:nvGrpSpPr>
            <p:cNvPr id="171" name="Google Shape;171;p9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172" name="Google Shape;172;p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73" name="Google Shape;173;p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</p:grpSp>
        <p:grpSp>
          <p:nvGrpSpPr>
            <p:cNvPr id="174" name="Google Shape;174;p9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175" name="Google Shape;175;p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</p:grpSp>
      </p:grpSp>
      <p:sp>
        <p:nvSpPr>
          <p:cNvPr id="177" name="Google Shape;177;p9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9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9" name="Google Shape;179;p9"/>
          <p:cNvSpPr txBox="1"/>
          <p:nvPr>
            <p:ph type="subTitle" idx="1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/>
          <p:nvPr>
            <p:ph type="pic" idx="2"/>
          </p:nvPr>
        </p:nvSpPr>
        <p:spPr>
          <a:xfrm>
            <a:off x="-31800" y="-50850"/>
            <a:ext cx="9207600" cy="52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10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 hasCustomPrompt="1"/>
          </p:nvPr>
        </p:nvSpPr>
        <p:spPr>
          <a:xfrm>
            <a:off x="901613" y="1847944"/>
            <a:ext cx="40005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11"/>
          <p:cNvSpPr txBox="1"/>
          <p:nvPr>
            <p:ph type="subTitle" idx="1"/>
          </p:nvPr>
        </p:nvSpPr>
        <p:spPr>
          <a:xfrm>
            <a:off x="901613" y="2804585"/>
            <a:ext cx="4694400" cy="462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13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189" name="Google Shape;189;p13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190" name="Google Shape;190;p13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93" name="Google Shape;193;p13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194" name="Google Shape;194;p13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5" name="Google Shape;195;p13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96" name="Google Shape;196;p13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13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198" name="Google Shape;198;p13"/>
          <p:cNvSpPr txBox="1"/>
          <p:nvPr>
            <p:ph type="title" idx="2" hasCustomPrompt="1"/>
          </p:nvPr>
        </p:nvSpPr>
        <p:spPr>
          <a:xfrm>
            <a:off x="928183" y="1421625"/>
            <a:ext cx="683100" cy="4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99" name="Google Shape;199;p13"/>
          <p:cNvSpPr txBox="1"/>
          <p:nvPr>
            <p:ph type="subTitle" idx="1"/>
          </p:nvPr>
        </p:nvSpPr>
        <p:spPr>
          <a:xfrm>
            <a:off x="928187" y="1828750"/>
            <a:ext cx="36438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13"/>
          <p:cNvSpPr txBox="1"/>
          <p:nvPr>
            <p:ph type="subTitle" idx="3"/>
          </p:nvPr>
        </p:nvSpPr>
        <p:spPr>
          <a:xfrm>
            <a:off x="928187" y="2283950"/>
            <a:ext cx="3643800" cy="341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" name="Google Shape;201;p13"/>
          <p:cNvSpPr txBox="1"/>
          <p:nvPr>
            <p:ph type="title" idx="4" hasCustomPrompt="1"/>
          </p:nvPr>
        </p:nvSpPr>
        <p:spPr>
          <a:xfrm>
            <a:off x="4725409" y="1421625"/>
            <a:ext cx="683100" cy="4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02" name="Google Shape;202;p13"/>
          <p:cNvSpPr txBox="1"/>
          <p:nvPr>
            <p:ph type="subTitle" idx="5"/>
          </p:nvPr>
        </p:nvSpPr>
        <p:spPr>
          <a:xfrm>
            <a:off x="4725412" y="1828750"/>
            <a:ext cx="36438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13"/>
          <p:cNvSpPr txBox="1"/>
          <p:nvPr>
            <p:ph type="subTitle" idx="6"/>
          </p:nvPr>
        </p:nvSpPr>
        <p:spPr>
          <a:xfrm>
            <a:off x="4725412" y="2283950"/>
            <a:ext cx="3643800" cy="341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4" name="Google Shape;204;p13"/>
          <p:cNvSpPr txBox="1"/>
          <p:nvPr>
            <p:ph type="title" idx="7" hasCustomPrompt="1"/>
          </p:nvPr>
        </p:nvSpPr>
        <p:spPr>
          <a:xfrm>
            <a:off x="928183" y="2965575"/>
            <a:ext cx="683100" cy="4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/>
          <p:nvPr>
            <p:ph type="subTitle" idx="8"/>
          </p:nvPr>
        </p:nvSpPr>
        <p:spPr>
          <a:xfrm>
            <a:off x="928187" y="3372700"/>
            <a:ext cx="36438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" name="Google Shape;206;p13"/>
          <p:cNvSpPr txBox="1"/>
          <p:nvPr>
            <p:ph type="subTitle" idx="9"/>
          </p:nvPr>
        </p:nvSpPr>
        <p:spPr>
          <a:xfrm>
            <a:off x="928187" y="3827900"/>
            <a:ext cx="3643800" cy="341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3"/>
          <p:cNvSpPr txBox="1"/>
          <p:nvPr>
            <p:ph type="title" idx="13" hasCustomPrompt="1"/>
          </p:nvPr>
        </p:nvSpPr>
        <p:spPr>
          <a:xfrm>
            <a:off x="4725409" y="2965575"/>
            <a:ext cx="683100" cy="4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08" name="Google Shape;208;p13"/>
          <p:cNvSpPr txBox="1"/>
          <p:nvPr>
            <p:ph type="subTitle" idx="14"/>
          </p:nvPr>
        </p:nvSpPr>
        <p:spPr>
          <a:xfrm>
            <a:off x="4725412" y="3372700"/>
            <a:ext cx="36438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13"/>
          <p:cNvSpPr txBox="1"/>
          <p:nvPr>
            <p:ph type="subTitle" idx="15"/>
          </p:nvPr>
        </p:nvSpPr>
        <p:spPr>
          <a:xfrm>
            <a:off x="4725412" y="3827900"/>
            <a:ext cx="3643800" cy="341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4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212" name="Google Shape;212;p14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213" name="Google Shape;213;p1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" name="Google Shape;214;p1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5" name="Google Shape;215;p14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216" name="Google Shape;216;p1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7" name="Google Shape;217;p1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8" name="Google Shape;218;p14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219" name="Google Shape;219;p14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" name="Google Shape;228;p14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" name="Google Shape;229;p14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" name="Google Shape;231;p14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" name="Google Shape;232;p14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" name="Google Shape;233;p14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" name="Google Shape;234;p14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" name="Google Shape;235;p14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" name="Google Shape;236;p14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37" name="Google Shape;237;p14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8" name="Google Shape;238;p14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39" name="Google Shape;239;p14"/>
          <p:cNvSpPr txBox="1"/>
          <p:nvPr>
            <p:ph type="subTitle" idx="1"/>
          </p:nvPr>
        </p:nvSpPr>
        <p:spPr>
          <a:xfrm>
            <a:off x="1948175" y="165606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14"/>
          <p:cNvSpPr txBox="1"/>
          <p:nvPr>
            <p:ph type="subTitle" idx="2"/>
          </p:nvPr>
        </p:nvSpPr>
        <p:spPr>
          <a:xfrm>
            <a:off x="1948175" y="2085866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14"/>
          <p:cNvSpPr txBox="1"/>
          <p:nvPr>
            <p:ph type="subTitle" idx="3"/>
          </p:nvPr>
        </p:nvSpPr>
        <p:spPr>
          <a:xfrm>
            <a:off x="5364475" y="165606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2" name="Google Shape;242;p14"/>
          <p:cNvSpPr txBox="1"/>
          <p:nvPr>
            <p:ph type="subTitle" idx="4"/>
          </p:nvPr>
        </p:nvSpPr>
        <p:spPr>
          <a:xfrm>
            <a:off x="5364475" y="2085866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3" name="Google Shape;243;p14"/>
          <p:cNvSpPr txBox="1"/>
          <p:nvPr>
            <p:ph type="subTitle" idx="5"/>
          </p:nvPr>
        </p:nvSpPr>
        <p:spPr>
          <a:xfrm>
            <a:off x="1948175" y="318927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4" name="Google Shape;244;p14"/>
          <p:cNvSpPr txBox="1"/>
          <p:nvPr>
            <p:ph type="subTitle" idx="6"/>
          </p:nvPr>
        </p:nvSpPr>
        <p:spPr>
          <a:xfrm>
            <a:off x="1948175" y="3619070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5" name="Google Shape;245;p14"/>
          <p:cNvSpPr txBox="1"/>
          <p:nvPr>
            <p:ph type="subTitle" idx="7"/>
          </p:nvPr>
        </p:nvSpPr>
        <p:spPr>
          <a:xfrm>
            <a:off x="5364475" y="318927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6" name="Google Shape;246;p14"/>
          <p:cNvSpPr txBox="1"/>
          <p:nvPr>
            <p:ph type="subTitle" idx="8"/>
          </p:nvPr>
        </p:nvSpPr>
        <p:spPr>
          <a:xfrm>
            <a:off x="5364475" y="3619070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49" name="Google Shape;249;p15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250" name="Google Shape;250;p15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251" name="Google Shape;251;p15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2" name="Google Shape;252;p15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53" name="Google Shape;253;p15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254" name="Google Shape;254;p15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" name="Google Shape;255;p15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56" name="Google Shape;256;p15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257" name="Google Shape;257;p15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" name="Google Shape;258;p15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" name="Google Shape;259;p15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" name="Google Shape;260;p15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" name="Google Shape;261;p15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" name="Google Shape;262;p15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" name="Google Shape;263;p15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" name="Google Shape;264;p15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" name="Google Shape;265;p15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" name="Google Shape;267;p15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" name="Google Shape;268;p15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9" name="Google Shape;269;p15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" name="Google Shape;270;p15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" name="Google Shape;271;p15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" name="Google Shape;274;p15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75" name="Google Shape;275;p15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76" name="Google Shape;276;p15"/>
          <p:cNvSpPr txBox="1"/>
          <p:nvPr>
            <p:ph type="subTitle" idx="1"/>
          </p:nvPr>
        </p:nvSpPr>
        <p:spPr>
          <a:xfrm>
            <a:off x="1233033" y="1787790"/>
            <a:ext cx="20754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7" name="Google Shape;277;p15"/>
          <p:cNvSpPr txBox="1"/>
          <p:nvPr>
            <p:ph type="subTitle" idx="2"/>
          </p:nvPr>
        </p:nvSpPr>
        <p:spPr>
          <a:xfrm>
            <a:off x="1233033" y="2217594"/>
            <a:ext cx="20754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15"/>
          <p:cNvSpPr txBox="1"/>
          <p:nvPr>
            <p:ph type="subTitle" idx="3"/>
          </p:nvPr>
        </p:nvSpPr>
        <p:spPr>
          <a:xfrm>
            <a:off x="3630986" y="1787790"/>
            <a:ext cx="20754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type="subTitle" idx="4"/>
          </p:nvPr>
        </p:nvSpPr>
        <p:spPr>
          <a:xfrm>
            <a:off x="3630986" y="2217594"/>
            <a:ext cx="20754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type="subTitle" idx="5"/>
          </p:nvPr>
        </p:nvSpPr>
        <p:spPr>
          <a:xfrm>
            <a:off x="1233033" y="3369841"/>
            <a:ext cx="20754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type="subTitle" idx="6"/>
          </p:nvPr>
        </p:nvSpPr>
        <p:spPr>
          <a:xfrm>
            <a:off x="1233033" y="3799640"/>
            <a:ext cx="20754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15"/>
          <p:cNvSpPr txBox="1"/>
          <p:nvPr>
            <p:ph type="subTitle" idx="7"/>
          </p:nvPr>
        </p:nvSpPr>
        <p:spPr>
          <a:xfrm>
            <a:off x="3630986" y="3369841"/>
            <a:ext cx="20754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15"/>
          <p:cNvSpPr txBox="1"/>
          <p:nvPr>
            <p:ph type="subTitle" idx="8"/>
          </p:nvPr>
        </p:nvSpPr>
        <p:spPr>
          <a:xfrm>
            <a:off x="3630986" y="3799640"/>
            <a:ext cx="20754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4" name="Google Shape;284;p15"/>
          <p:cNvSpPr txBox="1"/>
          <p:nvPr>
            <p:ph type="subTitle" idx="9"/>
          </p:nvPr>
        </p:nvSpPr>
        <p:spPr>
          <a:xfrm>
            <a:off x="6028940" y="1787790"/>
            <a:ext cx="20754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5" name="Google Shape;285;p15"/>
          <p:cNvSpPr txBox="1"/>
          <p:nvPr>
            <p:ph type="subTitle" idx="13"/>
          </p:nvPr>
        </p:nvSpPr>
        <p:spPr>
          <a:xfrm>
            <a:off x="6028940" y="2217594"/>
            <a:ext cx="20754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15"/>
          <p:cNvSpPr txBox="1"/>
          <p:nvPr>
            <p:ph type="subTitle" idx="14"/>
          </p:nvPr>
        </p:nvSpPr>
        <p:spPr>
          <a:xfrm>
            <a:off x="6028940" y="3369841"/>
            <a:ext cx="20754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7" name="Google Shape;287;p15"/>
          <p:cNvSpPr txBox="1"/>
          <p:nvPr>
            <p:ph type="subTitle" idx="15"/>
          </p:nvPr>
        </p:nvSpPr>
        <p:spPr>
          <a:xfrm>
            <a:off x="6028940" y="3799640"/>
            <a:ext cx="20754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n columns">
  <p:cSld name="CUSTOM_2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16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290" name="Google Shape;290;p16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291" name="Google Shape;291;p16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" name="Google Shape;292;p16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" name="Google Shape;293;p16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94" name="Google Shape;294;p16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295" name="Google Shape;295;p16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97" name="Google Shape;297;p16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8" name="Google Shape;298;p16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99" name="Google Shape;299;p16"/>
          <p:cNvSpPr txBox="1"/>
          <p:nvPr>
            <p:ph type="subTitle" idx="1"/>
          </p:nvPr>
        </p:nvSpPr>
        <p:spPr>
          <a:xfrm>
            <a:off x="1752593" y="1319221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0" name="Google Shape;300;p16"/>
          <p:cNvSpPr txBox="1"/>
          <p:nvPr>
            <p:ph type="subTitle" idx="2"/>
          </p:nvPr>
        </p:nvSpPr>
        <p:spPr>
          <a:xfrm>
            <a:off x="1752593" y="1965909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1" name="Google Shape;301;p16"/>
          <p:cNvSpPr txBox="1"/>
          <p:nvPr>
            <p:ph type="subTitle" idx="3"/>
          </p:nvPr>
        </p:nvSpPr>
        <p:spPr>
          <a:xfrm>
            <a:off x="1752593" y="2612596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2" name="Google Shape;302;p16"/>
          <p:cNvSpPr txBox="1"/>
          <p:nvPr>
            <p:ph type="subTitle" idx="4"/>
          </p:nvPr>
        </p:nvSpPr>
        <p:spPr>
          <a:xfrm>
            <a:off x="1752593" y="3259284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3" name="Google Shape;303;p16"/>
          <p:cNvSpPr txBox="1"/>
          <p:nvPr>
            <p:ph type="subTitle" idx="5"/>
          </p:nvPr>
        </p:nvSpPr>
        <p:spPr>
          <a:xfrm>
            <a:off x="1752593" y="3905971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4" name="Google Shape;304;p16"/>
          <p:cNvSpPr txBox="1"/>
          <p:nvPr>
            <p:ph type="subTitle" idx="6"/>
          </p:nvPr>
        </p:nvSpPr>
        <p:spPr>
          <a:xfrm>
            <a:off x="5535168" y="1319221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5" name="Google Shape;305;p16"/>
          <p:cNvSpPr txBox="1"/>
          <p:nvPr>
            <p:ph type="subTitle" idx="7"/>
          </p:nvPr>
        </p:nvSpPr>
        <p:spPr>
          <a:xfrm>
            <a:off x="5535168" y="1965909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6" name="Google Shape;306;p16"/>
          <p:cNvSpPr txBox="1"/>
          <p:nvPr>
            <p:ph type="subTitle" idx="8"/>
          </p:nvPr>
        </p:nvSpPr>
        <p:spPr>
          <a:xfrm>
            <a:off x="5535168" y="2612596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7" name="Google Shape;307;p16"/>
          <p:cNvSpPr txBox="1"/>
          <p:nvPr>
            <p:ph type="subTitle" idx="9"/>
          </p:nvPr>
        </p:nvSpPr>
        <p:spPr>
          <a:xfrm>
            <a:off x="5535168" y="3259284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8" name="Google Shape;308;p16"/>
          <p:cNvSpPr txBox="1"/>
          <p:nvPr>
            <p:ph type="subTitle" idx="13"/>
          </p:nvPr>
        </p:nvSpPr>
        <p:spPr>
          <a:xfrm>
            <a:off x="5535168" y="3905971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3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17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311" name="Google Shape;311;p17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312" name="Google Shape;312;p17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3" name="Google Shape;313;p17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4" name="Google Shape;314;p17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5" name="Google Shape;315;p17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6" name="Google Shape;316;p17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7" name="Google Shape;317;p17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8" name="Google Shape;318;p17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9" name="Google Shape;319;p17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0" name="Google Shape;320;p17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1" name="Google Shape;321;p17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2" name="Google Shape;322;p17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3" name="Google Shape;323;p17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4" name="Google Shape;324;p17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5" name="Google Shape;325;p17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6" name="Google Shape;326;p17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7" name="Google Shape;327;p17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8" name="Google Shape;328;p17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9" name="Google Shape;329;p17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1" name="Google Shape;331;p17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2" name="Google Shape;332;p17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3" name="Google Shape;333;p17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34" name="Google Shape;334;p17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335" name="Google Shape;335;p17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6" name="Google Shape;336;p17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37" name="Google Shape;337;p17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338" name="Google Shape;338;p17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9" name="Google Shape;339;p17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340" name="Google Shape;340;p17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1" name="Google Shape;341;p17"/>
          <p:cNvSpPr txBox="1"/>
          <p:nvPr>
            <p:ph type="title" hasCustomPrompt="1"/>
          </p:nvPr>
        </p:nvSpPr>
        <p:spPr>
          <a:xfrm>
            <a:off x="1289888" y="1014358"/>
            <a:ext cx="32013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2" name="Google Shape;342;p17"/>
          <p:cNvSpPr txBox="1"/>
          <p:nvPr>
            <p:ph type="subTitle" idx="1"/>
          </p:nvPr>
        </p:nvSpPr>
        <p:spPr>
          <a:xfrm>
            <a:off x="1289888" y="1953556"/>
            <a:ext cx="3201300" cy="443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3" name="Google Shape;343;p17"/>
          <p:cNvSpPr txBox="1"/>
          <p:nvPr>
            <p:ph type="title" idx="2" hasCustomPrompt="1"/>
          </p:nvPr>
        </p:nvSpPr>
        <p:spPr>
          <a:xfrm>
            <a:off x="5079313" y="1014358"/>
            <a:ext cx="32013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4" name="Google Shape;344;p17"/>
          <p:cNvSpPr txBox="1"/>
          <p:nvPr>
            <p:ph type="subTitle" idx="3"/>
          </p:nvPr>
        </p:nvSpPr>
        <p:spPr>
          <a:xfrm>
            <a:off x="5079313" y="1953556"/>
            <a:ext cx="3201300" cy="443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5" name="Google Shape;345;p17"/>
          <p:cNvSpPr txBox="1"/>
          <p:nvPr>
            <p:ph type="title" idx="4" hasCustomPrompt="1"/>
          </p:nvPr>
        </p:nvSpPr>
        <p:spPr>
          <a:xfrm>
            <a:off x="1289888" y="2891884"/>
            <a:ext cx="32013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6" name="Google Shape;346;p17"/>
          <p:cNvSpPr txBox="1"/>
          <p:nvPr>
            <p:ph type="subTitle" idx="5"/>
          </p:nvPr>
        </p:nvSpPr>
        <p:spPr>
          <a:xfrm>
            <a:off x="1289888" y="3831083"/>
            <a:ext cx="3201300" cy="443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7" name="Google Shape;347;p17"/>
          <p:cNvSpPr txBox="1"/>
          <p:nvPr>
            <p:ph type="title" idx="6" hasCustomPrompt="1"/>
          </p:nvPr>
        </p:nvSpPr>
        <p:spPr>
          <a:xfrm>
            <a:off x="5079313" y="2891884"/>
            <a:ext cx="32013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8" name="Google Shape;348;p17"/>
          <p:cNvSpPr txBox="1"/>
          <p:nvPr>
            <p:ph type="subTitle" idx="7"/>
          </p:nvPr>
        </p:nvSpPr>
        <p:spPr>
          <a:xfrm>
            <a:off x="5079313" y="3831083"/>
            <a:ext cx="3201300" cy="443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18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351" name="Google Shape;351;p18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352" name="Google Shape;352;p18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" name="Google Shape;353;p18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" name="Google Shape;354;p18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55" name="Google Shape;355;p18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356" name="Google Shape;356;p18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358" name="Google Shape;358;p18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9" name="Google Shape;359;p18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62" name="Google Shape;362;p19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363" name="Google Shape;363;p19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364" name="Google Shape;364;p1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66" name="Google Shape;366;p19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367" name="Google Shape;367;p1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8" name="Google Shape;368;p1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69" name="Google Shape;369;p19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388" name="Google Shape;388;p19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grpSp>
        <p:nvGrpSpPr>
          <p:cNvPr id="391" name="Google Shape;391;p20"/>
          <p:cNvGrpSpPr/>
          <p:nvPr/>
        </p:nvGrpSpPr>
        <p:grpSpPr>
          <a:xfrm flipH="1">
            <a:off x="-4654543" y="1551078"/>
            <a:ext cx="13605016" cy="5724229"/>
            <a:chOff x="185623" y="1551078"/>
            <a:chExt cx="13605016" cy="5724229"/>
          </a:xfrm>
        </p:grpSpPr>
        <p:grpSp>
          <p:nvGrpSpPr>
            <p:cNvPr id="392" name="Google Shape;392;p20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393" name="Google Shape;393;p20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4" name="Google Shape;394;p20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5" name="Google Shape;395;p20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6" name="Google Shape;396;p20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7" name="Google Shape;397;p20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8" name="Google Shape;398;p20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9" name="Google Shape;399;p20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0" name="Google Shape;400;p20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1" name="Google Shape;401;p20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2" name="Google Shape;402;p20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8" name="Google Shape;408;p20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4" name="Google Shape;414;p20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15" name="Google Shape;415;p20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416" name="Google Shape;416;p20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7" name="Google Shape;417;p20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18" name="Google Shape;418;p20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419" name="Google Shape;419;p20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0" name="Google Shape;420;p20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421" name="Google Shape;421;p20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4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"/>
          <p:cNvSpPr/>
          <p:nvPr/>
        </p:nvSpPr>
        <p:spPr>
          <a:xfrm flipH="1">
            <a:off x="2677775" y="368238"/>
            <a:ext cx="5953005" cy="4407033"/>
          </a:xfrm>
          <a:custGeom>
            <a:avLst/>
            <a:gdLst/>
            <a:ahLst/>
            <a:cxnLst/>
            <a:rect l="l" t="t" r="r" b="b"/>
            <a:pathLst>
              <a:path w="130577" h="99375" extrusionOk="0">
                <a:moveTo>
                  <a:pt x="7149" y="1"/>
                </a:moveTo>
                <a:cubicBezTo>
                  <a:pt x="3204" y="1"/>
                  <a:pt x="0" y="3197"/>
                  <a:pt x="0" y="7142"/>
                </a:cubicBezTo>
                <a:lnTo>
                  <a:pt x="0" y="92234"/>
                </a:lnTo>
                <a:cubicBezTo>
                  <a:pt x="0" y="96178"/>
                  <a:pt x="3204" y="99374"/>
                  <a:pt x="7149" y="99374"/>
                </a:cubicBezTo>
                <a:lnTo>
                  <a:pt x="54195" y="99374"/>
                </a:lnTo>
                <a:cubicBezTo>
                  <a:pt x="74449" y="99374"/>
                  <a:pt x="93883" y="91332"/>
                  <a:pt x="108204" y="77010"/>
                </a:cubicBezTo>
                <a:cubicBezTo>
                  <a:pt x="122526" y="62681"/>
                  <a:pt x="130576" y="43255"/>
                  <a:pt x="130576" y="23001"/>
                </a:cubicBezTo>
                <a:lnTo>
                  <a:pt x="130576" y="7150"/>
                </a:lnTo>
                <a:cubicBezTo>
                  <a:pt x="130576" y="3205"/>
                  <a:pt x="127372" y="1"/>
                  <a:pt x="1234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4" name="Google Shape;424;p21"/>
          <p:cNvSpPr txBox="1"/>
          <p:nvPr/>
        </p:nvSpPr>
        <p:spPr>
          <a:xfrm>
            <a:off x="5132825" y="3412502"/>
            <a:ext cx="290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CREDITS:</a:t>
            </a:r>
            <a:r>
              <a:rPr lang="en-GB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This presentation template was created by </a:t>
            </a:r>
            <a:r>
              <a:rPr lang="en-GB" sz="900" b="1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2"/>
              </a:rPr>
              <a:t>Slidesgo</a:t>
            </a:r>
            <a:r>
              <a:rPr lang="en-GB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, and includes icons by </a:t>
            </a:r>
            <a:r>
              <a:rPr lang="en-GB" sz="900" b="1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3"/>
              </a:rPr>
              <a:t>Flaticon</a:t>
            </a:r>
            <a:r>
              <a:rPr lang="en-GB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and infographics &amp; images by </a:t>
            </a:r>
            <a:r>
              <a:rPr lang="en-GB" sz="900" b="1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4"/>
              </a:rPr>
              <a:t>Freepik</a:t>
            </a:r>
            <a:endParaRPr sz="900" b="1" u="sng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25" name="Google Shape;425;p21"/>
          <p:cNvSpPr txBox="1"/>
          <p:nvPr>
            <p:ph type="title"/>
          </p:nvPr>
        </p:nvSpPr>
        <p:spPr>
          <a:xfrm>
            <a:off x="5132825" y="637616"/>
            <a:ext cx="2906400" cy="8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51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6" name="Google Shape;426;p21"/>
          <p:cNvSpPr txBox="1"/>
          <p:nvPr>
            <p:ph type="subTitle" idx="1"/>
          </p:nvPr>
        </p:nvSpPr>
        <p:spPr>
          <a:xfrm>
            <a:off x="5132825" y="1497926"/>
            <a:ext cx="2906400" cy="127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7" name="Google Shape;427;p21"/>
          <p:cNvSpPr/>
          <p:nvPr/>
        </p:nvSpPr>
        <p:spPr>
          <a:xfrm>
            <a:off x="5056800" y="3279700"/>
            <a:ext cx="3084600" cy="100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22"/>
          <p:cNvGrpSpPr/>
          <p:nvPr/>
        </p:nvGrpSpPr>
        <p:grpSpPr>
          <a:xfrm>
            <a:off x="1282800" y="1181425"/>
            <a:ext cx="5419675" cy="3409212"/>
            <a:chOff x="1282800" y="1181425"/>
            <a:chExt cx="5419675" cy="3409212"/>
          </a:xfrm>
        </p:grpSpPr>
        <p:grpSp>
          <p:nvGrpSpPr>
            <p:cNvPr id="430" name="Google Shape;430;p22"/>
            <p:cNvGrpSpPr/>
            <p:nvPr/>
          </p:nvGrpSpPr>
          <p:grpSpPr>
            <a:xfrm>
              <a:off x="5819942" y="4257166"/>
              <a:ext cx="882533" cy="333471"/>
              <a:chOff x="3551575" y="3215125"/>
              <a:chExt cx="389450" cy="147150"/>
            </a:xfrm>
          </p:grpSpPr>
          <p:sp>
            <p:nvSpPr>
              <p:cNvPr id="431" name="Google Shape;431;p2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2" name="Google Shape;432;p2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3" name="Google Shape;433;p2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5" name="Google Shape;435;p2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6" name="Google Shape;436;p2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7" name="Google Shape;437;p2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8" name="Google Shape;438;p2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9" name="Google Shape;439;p2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0" name="Google Shape;440;p2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2" name="Google Shape;442;p2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3" name="Google Shape;443;p2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4" name="Google Shape;444;p2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5" name="Google Shape;445;p2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" name="Google Shape;446;p2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" name="Google Shape;447;p2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" name="Google Shape;448;p2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" name="Google Shape;449;p2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" name="Google Shape;450;p2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" name="Google Shape;451;p2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" name="Google Shape;452;p2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53" name="Google Shape;453;p22"/>
            <p:cNvGrpSpPr/>
            <p:nvPr/>
          </p:nvGrpSpPr>
          <p:grpSpPr>
            <a:xfrm>
              <a:off x="1282800" y="1181425"/>
              <a:ext cx="722099" cy="407700"/>
              <a:chOff x="1211425" y="918075"/>
              <a:chExt cx="722099" cy="407700"/>
            </a:xfrm>
          </p:grpSpPr>
          <p:sp>
            <p:nvSpPr>
              <p:cNvPr id="454" name="Google Shape;454;p22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5" name="Google Shape;455;p22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6" name="Google Shape;456;p22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7" name="Google Shape;457;p22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8" name="Google Shape;458;p22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9" name="Google Shape;459;p22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0" name="Google Shape;460;p22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5" name="Google Shape;465;p22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6" name="Google Shape;466;p22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0" name="Google Shape;470;p22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1" name="Google Shape;471;p22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472" name="Google Shape;472;p22"/>
          <p:cNvGrpSpPr/>
          <p:nvPr/>
        </p:nvGrpSpPr>
        <p:grpSpPr>
          <a:xfrm>
            <a:off x="527100" y="368100"/>
            <a:ext cx="7903675" cy="4407033"/>
            <a:chOff x="527100" y="368100"/>
            <a:chExt cx="7903675" cy="4407033"/>
          </a:xfrm>
        </p:grpSpPr>
        <p:sp>
          <p:nvSpPr>
            <p:cNvPr id="473" name="Google Shape;473;p22"/>
            <p:cNvSpPr/>
            <p:nvPr/>
          </p:nvSpPr>
          <p:spPr>
            <a:xfrm>
              <a:off x="527100" y="368100"/>
              <a:ext cx="5953005" cy="4407033"/>
            </a:xfrm>
            <a:custGeom>
              <a:avLst/>
              <a:gdLst/>
              <a:ahLst/>
              <a:cxnLst/>
              <a:rect l="l" t="t" r="r" b="b"/>
              <a:pathLst>
                <a:path w="130577" h="99375" extrusionOk="0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22"/>
            <p:cNvSpPr/>
            <p:nvPr/>
          </p:nvSpPr>
          <p:spPr>
            <a:xfrm rot="10800000">
              <a:off x="8080473" y="3890000"/>
              <a:ext cx="350302" cy="700625"/>
            </a:xfrm>
            <a:custGeom>
              <a:avLst/>
              <a:gdLst/>
              <a:ahLst/>
              <a:cxnLst/>
              <a:rect l="l" t="t" r="r" b="b"/>
              <a:pathLst>
                <a:path w="2013" h="4026" extrusionOk="0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rgbClr val="FDE0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75" name="Google Shape;475;p22"/>
          <p:cNvGrpSpPr/>
          <p:nvPr/>
        </p:nvGrpSpPr>
        <p:grpSpPr>
          <a:xfrm>
            <a:off x="2199253" y="-1225893"/>
            <a:ext cx="9985543" cy="8502990"/>
            <a:chOff x="2199253" y="-1225893"/>
            <a:chExt cx="9985543" cy="8502990"/>
          </a:xfrm>
        </p:grpSpPr>
        <p:grpSp>
          <p:nvGrpSpPr>
            <p:cNvPr id="476" name="Google Shape;476;p22"/>
            <p:cNvGrpSpPr/>
            <p:nvPr/>
          </p:nvGrpSpPr>
          <p:grpSpPr>
            <a:xfrm rot="5400000">
              <a:off x="2472099" y="2473657"/>
              <a:ext cx="4530594" cy="5076286"/>
              <a:chOff x="4826000" y="4400753"/>
              <a:chExt cx="4530594" cy="5076286"/>
            </a:xfrm>
          </p:grpSpPr>
          <p:sp>
            <p:nvSpPr>
              <p:cNvPr id="477" name="Google Shape;477;p22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8" name="Google Shape;478;p22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79" name="Google Shape;479;p22"/>
            <p:cNvGrpSpPr/>
            <p:nvPr/>
          </p:nvGrpSpPr>
          <p:grpSpPr>
            <a:xfrm rot="-1163065">
              <a:off x="5174738" y="-903253"/>
              <a:ext cx="2324967" cy="2229578"/>
              <a:chOff x="5165475" y="-713653"/>
              <a:chExt cx="2324999" cy="2229609"/>
            </a:xfrm>
          </p:grpSpPr>
          <p:sp>
            <p:nvSpPr>
              <p:cNvPr id="480" name="Google Shape;480;p22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1" name="Google Shape;481;p22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82" name="Google Shape;482;p22"/>
            <p:cNvGrpSpPr/>
            <p:nvPr/>
          </p:nvGrpSpPr>
          <p:grpSpPr>
            <a:xfrm rot="-3325703">
              <a:off x="8175152" y="580592"/>
              <a:ext cx="3324971" cy="3409704"/>
              <a:chOff x="7159200" y="2117361"/>
              <a:chExt cx="2271501" cy="2329387"/>
            </a:xfrm>
          </p:grpSpPr>
          <p:sp>
            <p:nvSpPr>
              <p:cNvPr id="483" name="Google Shape;483;p22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4" name="Google Shape;484;p22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5" name="Google Shape;485;p22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23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488" name="Google Shape;488;p23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489" name="Google Shape;489;p23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0" name="Google Shape;490;p23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1" name="Google Shape;491;p23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4" name="Google Shape;494;p23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5" name="Google Shape;495;p23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6" name="Google Shape;496;p23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8" name="Google Shape;498;p23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9" name="Google Shape;499;p23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0" name="Google Shape;500;p23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1" name="Google Shape;501;p23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2" name="Google Shape;502;p23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3" name="Google Shape;503;p23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4" name="Google Shape;504;p23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5" name="Google Shape;505;p23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8" name="Google Shape;508;p23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9" name="Google Shape;509;p23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0" name="Google Shape;510;p23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11" name="Google Shape;511;p23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512" name="Google Shape;512;p23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3" name="Google Shape;513;p23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14" name="Google Shape;514;p23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515" name="Google Shape;515;p23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6" name="Google Shape;516;p23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517" name="Google Shape;517;p23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58501"/>
            <a:ext cx="7717500" cy="3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" name="Google Shape;522;p24"/>
          <p:cNvGrpSpPr/>
          <p:nvPr/>
        </p:nvGrpSpPr>
        <p:grpSpPr>
          <a:xfrm>
            <a:off x="186825" y="-107225"/>
            <a:ext cx="7500325" cy="4407033"/>
            <a:chOff x="527100" y="368100"/>
            <a:chExt cx="7500325" cy="4407033"/>
          </a:xfrm>
        </p:grpSpPr>
        <p:sp>
          <p:nvSpPr>
            <p:cNvPr id="523" name="Google Shape;523;p24"/>
            <p:cNvSpPr/>
            <p:nvPr/>
          </p:nvSpPr>
          <p:spPr>
            <a:xfrm>
              <a:off x="527100" y="368100"/>
              <a:ext cx="5953005" cy="4407033"/>
            </a:xfrm>
            <a:custGeom>
              <a:avLst/>
              <a:gdLst/>
              <a:ahLst/>
              <a:cxnLst/>
              <a:rect l="l" t="t" r="r" b="b"/>
              <a:pathLst>
                <a:path w="130577" h="99375" extrusionOk="0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24"/>
            <p:cNvSpPr/>
            <p:nvPr/>
          </p:nvSpPr>
          <p:spPr>
            <a:xfrm rot="10800000">
              <a:off x="7677123" y="3230000"/>
              <a:ext cx="350302" cy="700625"/>
            </a:xfrm>
            <a:custGeom>
              <a:avLst/>
              <a:gdLst/>
              <a:ahLst/>
              <a:cxnLst/>
              <a:rect l="l" t="t" r="r" b="b"/>
              <a:pathLst>
                <a:path w="2013" h="4026" extrusionOk="0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rgbClr val="FDE0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5" name="Google Shape;525;p24"/>
          <p:cNvGrpSpPr/>
          <p:nvPr/>
        </p:nvGrpSpPr>
        <p:grpSpPr>
          <a:xfrm>
            <a:off x="324288" y="1475475"/>
            <a:ext cx="5419675" cy="3409212"/>
            <a:chOff x="1282800" y="1181425"/>
            <a:chExt cx="5419675" cy="3409212"/>
          </a:xfrm>
        </p:grpSpPr>
        <p:grpSp>
          <p:nvGrpSpPr>
            <p:cNvPr id="526" name="Google Shape;526;p24"/>
            <p:cNvGrpSpPr/>
            <p:nvPr/>
          </p:nvGrpSpPr>
          <p:grpSpPr>
            <a:xfrm>
              <a:off x="5819942" y="4257166"/>
              <a:ext cx="882533" cy="333471"/>
              <a:chOff x="3551575" y="3215125"/>
              <a:chExt cx="389450" cy="147150"/>
            </a:xfrm>
          </p:grpSpPr>
          <p:sp>
            <p:nvSpPr>
              <p:cNvPr id="527" name="Google Shape;527;p2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8" name="Google Shape;528;p2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9" name="Google Shape;529;p2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0" name="Google Shape;530;p2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1" name="Google Shape;531;p2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2" name="Google Shape;532;p2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3" name="Google Shape;533;p2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4" name="Google Shape;534;p2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5" name="Google Shape;535;p2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6" name="Google Shape;536;p2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7" name="Google Shape;537;p2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8" name="Google Shape;538;p2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9" name="Google Shape;539;p2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0" name="Google Shape;540;p2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1" name="Google Shape;541;p2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2" name="Google Shape;542;p2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3" name="Google Shape;543;p2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4" name="Google Shape;544;p2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5" name="Google Shape;545;p2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6" name="Google Shape;546;p2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7" name="Google Shape;547;p2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8" name="Google Shape;548;p2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49" name="Google Shape;549;p24"/>
            <p:cNvGrpSpPr/>
            <p:nvPr/>
          </p:nvGrpSpPr>
          <p:grpSpPr>
            <a:xfrm>
              <a:off x="1282800" y="1181425"/>
              <a:ext cx="722099" cy="407700"/>
              <a:chOff x="1211425" y="918075"/>
              <a:chExt cx="722099" cy="407700"/>
            </a:xfrm>
          </p:grpSpPr>
          <p:sp>
            <p:nvSpPr>
              <p:cNvPr id="550" name="Google Shape;550;p24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1" name="Google Shape;551;p24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2" name="Google Shape;552;p24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3" name="Google Shape;553;p24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4" name="Google Shape;554;p24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5" name="Google Shape;555;p24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6" name="Google Shape;556;p24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7" name="Google Shape;557;p24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8" name="Google Shape;558;p24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9" name="Google Shape;559;p24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0" name="Google Shape;560;p24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1" name="Google Shape;561;p24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2" name="Google Shape;562;p24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3" name="Google Shape;563;p24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4" name="Google Shape;564;p24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5" name="Google Shape;565;p24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6" name="Google Shape;566;p24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7" name="Google Shape;567;p24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568" name="Google Shape;568;p24"/>
          <p:cNvGrpSpPr/>
          <p:nvPr/>
        </p:nvGrpSpPr>
        <p:grpSpPr>
          <a:xfrm>
            <a:off x="1077853" y="-1841893"/>
            <a:ext cx="9985543" cy="8502990"/>
            <a:chOff x="2199253" y="-1225893"/>
            <a:chExt cx="9985543" cy="8502990"/>
          </a:xfrm>
        </p:grpSpPr>
        <p:grpSp>
          <p:nvGrpSpPr>
            <p:cNvPr id="569" name="Google Shape;569;p24"/>
            <p:cNvGrpSpPr/>
            <p:nvPr/>
          </p:nvGrpSpPr>
          <p:grpSpPr>
            <a:xfrm rot="5400000">
              <a:off x="2472099" y="2473657"/>
              <a:ext cx="4530594" cy="5076286"/>
              <a:chOff x="4826000" y="4400753"/>
              <a:chExt cx="4530594" cy="5076286"/>
            </a:xfrm>
          </p:grpSpPr>
          <p:sp>
            <p:nvSpPr>
              <p:cNvPr id="570" name="Google Shape;570;p2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1" name="Google Shape;571;p2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72" name="Google Shape;572;p24"/>
            <p:cNvGrpSpPr/>
            <p:nvPr/>
          </p:nvGrpSpPr>
          <p:grpSpPr>
            <a:xfrm rot="-1163065">
              <a:off x="5174738" y="-903253"/>
              <a:ext cx="2324967" cy="2229578"/>
              <a:chOff x="5165475" y="-713653"/>
              <a:chExt cx="2324999" cy="2229609"/>
            </a:xfrm>
          </p:grpSpPr>
          <p:sp>
            <p:nvSpPr>
              <p:cNvPr id="573" name="Google Shape;573;p2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4" name="Google Shape;574;p2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75" name="Google Shape;575;p24"/>
            <p:cNvGrpSpPr/>
            <p:nvPr/>
          </p:nvGrpSpPr>
          <p:grpSpPr>
            <a:xfrm rot="-3325703">
              <a:off x="8175152" y="580592"/>
              <a:ext cx="3324971" cy="3409704"/>
              <a:chOff x="7159200" y="2117361"/>
              <a:chExt cx="2271501" cy="2329387"/>
            </a:xfrm>
          </p:grpSpPr>
          <p:sp>
            <p:nvSpPr>
              <p:cNvPr id="576" name="Google Shape;576;p24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7" name="Google Shape;577;p24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8" name="Google Shape;578;p24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579" name="Google Shape;579;p24"/>
          <p:cNvSpPr txBox="1"/>
          <p:nvPr>
            <p:ph type="ctrTitle"/>
          </p:nvPr>
        </p:nvSpPr>
        <p:spPr>
          <a:xfrm>
            <a:off x="1169100" y="1820750"/>
            <a:ext cx="4268100" cy="15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100"/>
              </a:spcBef>
              <a:spcAft>
                <a:spcPts val="200"/>
              </a:spcAft>
              <a:buNone/>
            </a:pPr>
            <a:r>
              <a:rPr lang="en-GB" b="0">
                <a:solidFill>
                  <a:schemeClr val="lt1"/>
                </a:solidFill>
              </a:rPr>
              <a:t>Datathon </a:t>
            </a:r>
            <a:r>
              <a:rPr lang="en-GB">
                <a:solidFill>
                  <a:srgbClr val="FDE047"/>
                </a:solidFill>
              </a:rPr>
              <a:t>Pitch Deck</a:t>
            </a:r>
            <a:endParaRPr>
              <a:solidFill>
                <a:srgbClr val="FDE047"/>
              </a:solidFill>
            </a:endParaRPr>
          </a:p>
        </p:txBody>
      </p:sp>
      <p:sp>
        <p:nvSpPr>
          <p:cNvPr id="580" name="Google Shape;580;p24"/>
          <p:cNvSpPr txBox="1"/>
          <p:nvPr>
            <p:ph type="subTitle" idx="1"/>
          </p:nvPr>
        </p:nvSpPr>
        <p:spPr>
          <a:xfrm>
            <a:off x="1169100" y="3383000"/>
            <a:ext cx="2480400" cy="6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Ομάδα Στέφανος Κάππας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81" name="Google Shape;581;p2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59950" y="3159063"/>
            <a:ext cx="1984050" cy="11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336850" y="3962462"/>
            <a:ext cx="1630250" cy="4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2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24300" y="189225"/>
            <a:ext cx="1885500" cy="4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2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233400" y="4391766"/>
            <a:ext cx="1733701" cy="629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5"/>
          <p:cNvSpPr/>
          <p:nvPr/>
        </p:nvSpPr>
        <p:spPr>
          <a:xfrm>
            <a:off x="1025" y="-12700"/>
            <a:ext cx="9144000" cy="4435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90" name="Google Shape;590;p25"/>
          <p:cNvSpPr txBox="1"/>
          <p:nvPr/>
        </p:nvSpPr>
        <p:spPr>
          <a:xfrm>
            <a:off x="3264145" y="98925"/>
            <a:ext cx="26193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lt1"/>
                </a:solidFill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Teh meaT</a:t>
            </a:r>
            <a:endParaRPr sz="3600">
              <a:solidFill>
                <a:schemeClr val="lt1"/>
              </a:solidFill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</p:txBody>
      </p:sp>
      <p:sp>
        <p:nvSpPr>
          <p:cNvPr id="591" name="Google Shape;591;p25"/>
          <p:cNvSpPr txBox="1"/>
          <p:nvPr/>
        </p:nvSpPr>
        <p:spPr>
          <a:xfrm>
            <a:off x="650500" y="1792050"/>
            <a:ext cx="16443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Developer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92" name="Google Shape;592;p25"/>
          <p:cNvSpPr txBox="1"/>
          <p:nvPr/>
        </p:nvSpPr>
        <p:spPr>
          <a:xfrm>
            <a:off x="709875" y="2297550"/>
            <a:ext cx="1525500" cy="13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GB" sz="1000">
                <a:solidFill>
                  <a:srgbClr val="101010"/>
                </a:solidFill>
                <a:latin typeface="Rubik"/>
                <a:ea typeface="Rubik"/>
                <a:cs typeface="Rubik"/>
                <a:sym typeface="Rubik"/>
              </a:rPr>
              <a:t>Brief description of Developer's expertise and role in the project.</a:t>
            </a:r>
            <a:endParaRPr sz="1000"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593" name="Google Shape;593;p25"/>
          <p:cNvGrpSpPr/>
          <p:nvPr/>
        </p:nvGrpSpPr>
        <p:grpSpPr>
          <a:xfrm>
            <a:off x="1616301" y="3042124"/>
            <a:ext cx="978855" cy="978774"/>
            <a:chOff x="0" y="0"/>
            <a:chExt cx="812800" cy="812800"/>
          </a:xfrm>
        </p:grpSpPr>
        <p:sp>
          <p:nvSpPr>
            <p:cNvPr id="594" name="Google Shape;594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D6BE3C"/>
                </a:gs>
                <a:gs pos="100000">
                  <a:srgbClr val="D6BE3C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595;p2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2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96" name="Google Shape;596;p25"/>
          <p:cNvSpPr txBox="1"/>
          <p:nvPr/>
        </p:nvSpPr>
        <p:spPr>
          <a:xfrm>
            <a:off x="2804575" y="1792050"/>
            <a:ext cx="16443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Developer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97" name="Google Shape;597;p25"/>
          <p:cNvSpPr txBox="1"/>
          <p:nvPr/>
        </p:nvSpPr>
        <p:spPr>
          <a:xfrm>
            <a:off x="7053225" y="1792050"/>
            <a:ext cx="16443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Developer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98" name="Google Shape;598;p25"/>
          <p:cNvSpPr txBox="1"/>
          <p:nvPr/>
        </p:nvSpPr>
        <p:spPr>
          <a:xfrm>
            <a:off x="2660650" y="1792050"/>
            <a:ext cx="16443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Developer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99" name="Google Shape;599;p25"/>
          <p:cNvSpPr txBox="1"/>
          <p:nvPr/>
        </p:nvSpPr>
        <p:spPr>
          <a:xfrm>
            <a:off x="2720025" y="2297550"/>
            <a:ext cx="1525500" cy="13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GB" sz="1000">
                <a:solidFill>
                  <a:srgbClr val="101010"/>
                </a:solidFill>
                <a:latin typeface="Rubik"/>
                <a:ea typeface="Rubik"/>
                <a:cs typeface="Rubik"/>
                <a:sym typeface="Rubik"/>
              </a:rPr>
              <a:t>Brief description of Developer's expertise and role in the project.</a:t>
            </a:r>
            <a:endParaRPr sz="1000"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600" name="Google Shape;600;p25"/>
          <p:cNvGrpSpPr/>
          <p:nvPr/>
        </p:nvGrpSpPr>
        <p:grpSpPr>
          <a:xfrm>
            <a:off x="6511614" y="3042124"/>
            <a:ext cx="978855" cy="978774"/>
            <a:chOff x="0" y="0"/>
            <a:chExt cx="812800" cy="812800"/>
          </a:xfrm>
        </p:grpSpPr>
        <p:sp>
          <p:nvSpPr>
            <p:cNvPr id="601" name="Google Shape;601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D6BE3C"/>
                </a:gs>
                <a:gs pos="100000">
                  <a:srgbClr val="D6BE3C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602;p2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2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603" name="Google Shape;603;p25"/>
          <p:cNvGrpSpPr/>
          <p:nvPr/>
        </p:nvGrpSpPr>
        <p:grpSpPr>
          <a:xfrm>
            <a:off x="564725" y="803628"/>
            <a:ext cx="7936977" cy="2675776"/>
            <a:chOff x="0" y="-47625"/>
            <a:chExt cx="1693800" cy="2108404"/>
          </a:xfrm>
        </p:grpSpPr>
        <p:sp>
          <p:nvSpPr>
            <p:cNvPr id="604" name="Google Shape;604;p25"/>
            <p:cNvSpPr/>
            <p:nvPr/>
          </p:nvSpPr>
          <p:spPr>
            <a:xfrm>
              <a:off x="0" y="0"/>
              <a:ext cx="1693662" cy="2060779"/>
            </a:xfrm>
            <a:custGeom>
              <a:avLst/>
              <a:gdLst/>
              <a:ahLst/>
              <a:cxnLst/>
              <a:rect l="l" t="t" r="r" b="b"/>
              <a:pathLst>
                <a:path w="1693662" h="2060779" extrusionOk="0">
                  <a:moveTo>
                    <a:pt x="49079" y="0"/>
                  </a:moveTo>
                  <a:lnTo>
                    <a:pt x="1644582" y="0"/>
                  </a:lnTo>
                  <a:cubicBezTo>
                    <a:pt x="1671688" y="0"/>
                    <a:pt x="1693662" y="21974"/>
                    <a:pt x="1693662" y="49079"/>
                  </a:cubicBezTo>
                  <a:lnTo>
                    <a:pt x="1693662" y="2011700"/>
                  </a:lnTo>
                  <a:cubicBezTo>
                    <a:pt x="1693662" y="2038806"/>
                    <a:pt x="1671688" y="2060779"/>
                    <a:pt x="1644582" y="2060779"/>
                  </a:cubicBezTo>
                  <a:lnTo>
                    <a:pt x="49079" y="2060779"/>
                  </a:lnTo>
                  <a:cubicBezTo>
                    <a:pt x="21974" y="2060779"/>
                    <a:pt x="0" y="2038806"/>
                    <a:pt x="0" y="2011700"/>
                  </a:cubicBezTo>
                  <a:lnTo>
                    <a:pt x="0" y="49079"/>
                  </a:lnTo>
                  <a:cubicBezTo>
                    <a:pt x="0" y="21974"/>
                    <a:pt x="21974" y="0"/>
                    <a:pt x="49079" y="0"/>
                  </a:cubicBezTo>
                  <a:close/>
                </a:path>
              </a:pathLst>
            </a:custGeom>
            <a:solidFill>
              <a:srgbClr val="FDE0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" name="Google Shape;605;p25"/>
            <p:cNvSpPr txBox="1"/>
            <p:nvPr/>
          </p:nvSpPr>
          <p:spPr>
            <a:xfrm>
              <a:off x="0" y="-47625"/>
              <a:ext cx="1693800" cy="2108400"/>
            </a:xfrm>
            <a:prstGeom prst="rect">
              <a:avLst/>
            </a:prstGeom>
            <a:solidFill>
              <a:srgbClr val="FDE04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2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606" name="Google Shape;606;p25"/>
          <p:cNvGrpSpPr/>
          <p:nvPr/>
        </p:nvGrpSpPr>
        <p:grpSpPr>
          <a:xfrm>
            <a:off x="709875" y="825476"/>
            <a:ext cx="7444970" cy="2632078"/>
            <a:chOff x="0" y="-47625"/>
            <a:chExt cx="1523174" cy="1929393"/>
          </a:xfrm>
        </p:grpSpPr>
        <p:sp>
          <p:nvSpPr>
            <p:cNvPr id="607" name="Google Shape;607;p25"/>
            <p:cNvSpPr/>
            <p:nvPr/>
          </p:nvSpPr>
          <p:spPr>
            <a:xfrm>
              <a:off x="0" y="0"/>
              <a:ext cx="1523174" cy="1881768"/>
            </a:xfrm>
            <a:custGeom>
              <a:avLst/>
              <a:gdLst/>
              <a:ahLst/>
              <a:cxnLst/>
              <a:rect l="l" t="t" r="r" b="b"/>
              <a:pathLst>
                <a:path w="1523174" h="1881768" extrusionOk="0">
                  <a:moveTo>
                    <a:pt x="54573" y="0"/>
                  </a:moveTo>
                  <a:lnTo>
                    <a:pt x="1468601" y="0"/>
                  </a:lnTo>
                  <a:cubicBezTo>
                    <a:pt x="1483075" y="0"/>
                    <a:pt x="1496956" y="5750"/>
                    <a:pt x="1507190" y="15984"/>
                  </a:cubicBezTo>
                  <a:cubicBezTo>
                    <a:pt x="1517425" y="26218"/>
                    <a:pt x="1523174" y="40099"/>
                    <a:pt x="1523174" y="54573"/>
                  </a:cubicBezTo>
                  <a:lnTo>
                    <a:pt x="1523174" y="1827195"/>
                  </a:lnTo>
                  <a:cubicBezTo>
                    <a:pt x="1523174" y="1841668"/>
                    <a:pt x="1517425" y="1855549"/>
                    <a:pt x="1507190" y="1865784"/>
                  </a:cubicBezTo>
                  <a:cubicBezTo>
                    <a:pt x="1496956" y="1876018"/>
                    <a:pt x="1483075" y="1881768"/>
                    <a:pt x="1468601" y="1881768"/>
                  </a:cubicBezTo>
                  <a:lnTo>
                    <a:pt x="54573" y="1881768"/>
                  </a:lnTo>
                  <a:cubicBezTo>
                    <a:pt x="40099" y="1881768"/>
                    <a:pt x="26218" y="1876018"/>
                    <a:pt x="15984" y="1865784"/>
                  </a:cubicBezTo>
                  <a:cubicBezTo>
                    <a:pt x="5750" y="1855549"/>
                    <a:pt x="0" y="1841668"/>
                    <a:pt x="0" y="1827195"/>
                  </a:cubicBezTo>
                  <a:lnTo>
                    <a:pt x="0" y="54573"/>
                  </a:lnTo>
                  <a:cubicBezTo>
                    <a:pt x="0" y="40099"/>
                    <a:pt x="5750" y="26218"/>
                    <a:pt x="15984" y="15984"/>
                  </a:cubicBezTo>
                  <a:cubicBezTo>
                    <a:pt x="26218" y="5750"/>
                    <a:pt x="40099" y="0"/>
                    <a:pt x="54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8" name="Google Shape;608;p25"/>
            <p:cNvSpPr txBox="1"/>
            <p:nvPr/>
          </p:nvSpPr>
          <p:spPr>
            <a:xfrm>
              <a:off x="0" y="-47625"/>
              <a:ext cx="1523100" cy="19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2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09" name="Google Shape;609;p25"/>
          <p:cNvSpPr txBox="1"/>
          <p:nvPr/>
        </p:nvSpPr>
        <p:spPr>
          <a:xfrm>
            <a:off x="2538000" y="939825"/>
            <a:ext cx="36744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 panose="020B0604020202020204" pitchFamily="34" charset="0"/>
                <a:ea typeface="Rubik"/>
                <a:cs typeface="Arial" panose="020B0604020202020204" pitchFamily="34" charset="0"/>
                <a:sym typeface="Rubik"/>
              </a:rPr>
              <a:t>Κυκλοφορία αυτοκινήτων στην Θεσσαλονίκη</a:t>
            </a:r>
            <a:endParaRPr lang="en-GB" sz="1800">
              <a:solidFill>
                <a:schemeClr val="dk1"/>
              </a:solidFill>
              <a:latin typeface="Arial" panose="020B0604020202020204" pitchFamily="34" charset="0"/>
              <a:ea typeface="Rubik"/>
              <a:cs typeface="Arial" panose="020B0604020202020204" pitchFamily="34" charset="0"/>
              <a:sym typeface="Rubik"/>
            </a:endParaRPr>
          </a:p>
        </p:txBody>
      </p:sp>
      <p:sp>
        <p:nvSpPr>
          <p:cNvPr id="610" name="Google Shape;610;p25"/>
          <p:cNvSpPr txBox="1"/>
          <p:nvPr/>
        </p:nvSpPr>
        <p:spPr>
          <a:xfrm>
            <a:off x="1290320" y="1579880"/>
            <a:ext cx="6485890" cy="1687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l-GR">
                <a:latin typeface="Arial" panose="020B0604020202020204" pitchFamily="34" charset="0"/>
                <a:ea typeface="Rubik"/>
                <a:cs typeface="Arial" panose="020B0604020202020204" pitchFamily="34" charset="0"/>
                <a:sym typeface="Rubik"/>
              </a:rPr>
              <a:t>Βελτίωσα λίγο το πρόγραμμα για την κυκλοφορία των οχημάτων στην θεσσαλονίκη</a:t>
            </a:r>
            <a:r>
              <a:rPr lang="el-GR" sz="1000">
                <a:latin typeface="Arial" panose="020B0604020202020204" pitchFamily="34" charset="0"/>
                <a:ea typeface="Rubik"/>
                <a:cs typeface="Arial" panose="020B0604020202020204" pitchFamily="34" charset="0"/>
                <a:sym typeface="Rubik"/>
              </a:rPr>
              <a:t>.</a:t>
            </a:r>
            <a:endParaRPr sz="1000"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6"/>
          <p:cNvSpPr/>
          <p:nvPr/>
        </p:nvSpPr>
        <p:spPr>
          <a:xfrm>
            <a:off x="6165507" y="1237931"/>
            <a:ext cx="2608200" cy="2608200"/>
          </a:xfrm>
          <a:prstGeom prst="roundRect">
            <a:avLst>
              <a:gd name="adj" fmla="val 16667"/>
            </a:avLst>
          </a:pr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16" name="Google Shape;616;p26"/>
          <p:cNvSpPr txBox="1"/>
          <p:nvPr>
            <p:ph type="title"/>
          </p:nvPr>
        </p:nvSpPr>
        <p:spPr>
          <a:xfrm>
            <a:off x="712576" y="614875"/>
            <a:ext cx="4750500" cy="13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Δήλωση Προβλήματος</a:t>
            </a:r>
            <a:endParaRPr lang="en-GB"/>
          </a:p>
        </p:txBody>
      </p:sp>
      <p:sp>
        <p:nvSpPr>
          <p:cNvPr id="617" name="Google Shape;617;p26"/>
          <p:cNvSpPr txBox="1"/>
          <p:nvPr>
            <p:ph type="subTitle" idx="1"/>
          </p:nvPr>
        </p:nvSpPr>
        <p:spPr>
          <a:xfrm>
            <a:off x="358775" y="1577975"/>
            <a:ext cx="5601335" cy="2990215"/>
          </a:xfrm>
          <a:prstGeom prst="rect">
            <a:avLst/>
          </a:prstGeom>
        </p:spPr>
        <p:txBody>
          <a:bodyPr spcFirstLastPara="1" vert="horz" wrap="square" lIns="91425" tIns="91425" rIns="91425" bIns="91425" anchor="t" anchorCtr="0">
            <a:noAutofit/>
          </a:bodyPr>
          <a:lstStyle/>
          <a:p>
            <a:pPr marL="342900" lvl="0" indent="-34290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AutoNum type="arabicPeriod"/>
            </a:pPr>
            <a:r>
              <a:rPr 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Αναζήσηση </a:t>
            </a:r>
            <a:r>
              <a:rPr lang="el-GR" alt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του</a:t>
            </a:r>
            <a:r>
              <a:rPr 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</a:t>
            </a:r>
            <a:r>
              <a:rPr lang="en-US" alt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Link_I</a:t>
            </a:r>
            <a:r>
              <a:rPr 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d </a:t>
            </a:r>
            <a:r>
              <a:rPr lang="el-GR" alt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με την μεγαλύτερη συχνότητα καταγραφής.</a:t>
            </a:r>
            <a:br>
              <a:rPr lang="el-GR" alt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sz="1600">
              <a:solidFill>
                <a:srgbClr val="10101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342900" lvl="0" indent="-34290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AutoNum type="arabicPeriod"/>
            </a:pPr>
            <a:r>
              <a:rPr 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Αναζήτηση </a:t>
            </a:r>
            <a:r>
              <a:rPr lang="el-GR" alt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της πιο συχνής κατεύθυνσης των οχημάτων</a:t>
            </a:r>
            <a:endParaRPr lang="en-GB" sz="1600">
              <a:solidFill>
                <a:srgbClr val="10101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685800" lvl="1" indent="-22860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lphaUcPeriod"/>
            </a:pPr>
            <a:r>
              <a:rPr lang="el-GR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Τόσο για τον δημοφιλέσετερο δρόμο</a:t>
            </a:r>
            <a:endParaRPr lang="el-GR">
              <a:solidFill>
                <a:srgbClr val="10101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685800" lvl="1" indent="-22860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lphaUcPeriod"/>
            </a:pPr>
            <a:r>
              <a:rPr lang="el-GR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Όσο για όλους τους δρόμου</a:t>
            </a:r>
            <a:br>
              <a:rPr lang="el-GR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el-GR" sz="1600">
              <a:solidFill>
                <a:srgbClr val="10101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342900" lvl="0" indent="-34290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AutoNum type="arabicPeriod"/>
            </a:pPr>
            <a:r>
              <a:rPr lang="el-GR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Αναζήτηση της μέσης ταχύτητας των οχημάτων</a:t>
            </a:r>
            <a:endParaRPr lang="el-GR" sz="1600">
              <a:solidFill>
                <a:srgbClr val="10101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685800" lvl="1" indent="-22860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lphaUcPeriod"/>
            </a:pPr>
            <a:r>
              <a:rPr lang="el-GR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Τόσο για τον δημοφιλέστερο δρόμο</a:t>
            </a:r>
            <a:endParaRPr lang="el-GR">
              <a:solidFill>
                <a:srgbClr val="10101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685800" lvl="1" indent="-22860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lphaUcPeriod"/>
            </a:pPr>
            <a:r>
              <a:rPr lang="el-GR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Όσο για όλους τους δρόμους</a:t>
            </a:r>
            <a:endParaRPr lang="el-GR">
              <a:solidFill>
                <a:srgbClr val="10101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pic>
        <p:nvPicPr>
          <p:cNvPr id="618" name="Google Shape;618;p2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960110" y="956945"/>
            <a:ext cx="3024505" cy="3611245"/>
          </a:xfrm>
          <a:prstGeom prst="rect">
            <a:avLst/>
          </a:prstGeom>
          <a:solidFill>
            <a:srgbClr val="FDE047"/>
          </a:solidFill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6"/>
          <p:cNvSpPr/>
          <p:nvPr/>
        </p:nvSpPr>
        <p:spPr>
          <a:xfrm>
            <a:off x="6165507" y="1237931"/>
            <a:ext cx="2608200" cy="2608200"/>
          </a:xfrm>
          <a:prstGeom prst="roundRect">
            <a:avLst>
              <a:gd name="adj" fmla="val 16667"/>
            </a:avLst>
          </a:pr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16" name="Google Shape;616;p26"/>
          <p:cNvSpPr txBox="1"/>
          <p:nvPr>
            <p:ph type="title"/>
          </p:nvPr>
        </p:nvSpPr>
        <p:spPr>
          <a:xfrm>
            <a:off x="701146" y="614875"/>
            <a:ext cx="4750500" cy="13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Δήλωση Προβλήματος</a:t>
            </a:r>
            <a:endParaRPr lang="en-GB"/>
          </a:p>
        </p:txBody>
      </p:sp>
      <p:sp>
        <p:nvSpPr>
          <p:cNvPr id="617" name="Google Shape;617;p26"/>
          <p:cNvSpPr txBox="1"/>
          <p:nvPr>
            <p:ph type="subTitle" idx="1"/>
          </p:nvPr>
        </p:nvSpPr>
        <p:spPr>
          <a:xfrm>
            <a:off x="358775" y="1577975"/>
            <a:ext cx="6000115" cy="29902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4"/>
            </a:pPr>
            <a:r>
              <a:rPr 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Αναζήτηση της πιο πρόσφατης </a:t>
            </a:r>
            <a:r>
              <a:rPr lang="el-GR" alt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ημερομηνίας και ώρας καταγραφής</a:t>
            </a:r>
            <a:br>
              <a:rPr lang="el-GR" alt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sz="1600">
              <a:solidFill>
                <a:srgbClr val="10101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4"/>
            </a:pPr>
            <a:r>
              <a:rPr 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Αναζήτηση </a:t>
            </a:r>
            <a:r>
              <a:rPr lang="el-GR" alt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της</a:t>
            </a:r>
            <a:r>
              <a:rPr 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μεγαλύτερη</a:t>
            </a:r>
            <a:r>
              <a:rPr lang="el-GR" alt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ς</a:t>
            </a:r>
            <a:r>
              <a:rPr 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μέση ταχύτητα των </a:t>
            </a:r>
            <a:r>
              <a:rPr lang="el-GR" alt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οχημάτος σε όλο το δείγμα.</a:t>
            </a:r>
            <a:br>
              <a:rPr lang="el-GR" alt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sz="1600">
              <a:solidFill>
                <a:srgbClr val="10101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4"/>
            </a:pPr>
            <a:r>
              <a:rPr 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Αναζήτηση </a:t>
            </a:r>
            <a:r>
              <a:rPr lang="el-GR" altLang="en-GB" sz="1600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του πλήθους των οχημάτων</a:t>
            </a:r>
            <a:endParaRPr lang="el-GR" altLang="en-GB" sz="1600">
              <a:solidFill>
                <a:srgbClr val="10101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6858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lphaUcPeriod"/>
            </a:pPr>
            <a:r>
              <a:rPr lang="el-GR" altLang="en-GB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Για τον δημοφιλέστερο δρόμο</a:t>
            </a:r>
            <a:endParaRPr lang="el-GR" altLang="en-GB">
              <a:solidFill>
                <a:srgbClr val="10101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6858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lphaUcPeriod"/>
            </a:pPr>
            <a:r>
              <a:rPr lang="el-GR" altLang="en-GB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Για όλους τους δρόμους</a:t>
            </a:r>
            <a:endParaRPr lang="el-GR" altLang="en-GB">
              <a:solidFill>
                <a:srgbClr val="10101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6858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lphaUcPeriod"/>
            </a:pPr>
            <a:r>
              <a:rPr lang="el-GR" altLang="en-GB">
                <a:solidFill>
                  <a:srgbClr val="10101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Το μέγιστο πλήθος των οχημάτων οποιαδήποτε καταγραφής.</a:t>
            </a:r>
            <a:endParaRPr lang="el-GR" altLang="en-GB">
              <a:solidFill>
                <a:srgbClr val="10101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pic>
        <p:nvPicPr>
          <p:cNvPr id="618" name="Google Shape;618;p2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165850" y="956945"/>
            <a:ext cx="2818765" cy="3611245"/>
          </a:xfrm>
          <a:prstGeom prst="rect">
            <a:avLst/>
          </a:prstGeom>
          <a:solidFill>
            <a:srgbClr val="FDE047"/>
          </a:solidFill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7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l-GR" b="1">
                <a:latin typeface="Arial" panose="020B0604020202020204" pitchFamily="34" charset="0"/>
                <a:cs typeface="Arial" panose="020B0604020202020204" pitchFamily="34" charset="0"/>
              </a:rPr>
              <a:t>Επιχειρηματική έννοια (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Concept</a:t>
            </a:r>
            <a:r>
              <a:rPr lang="el-GR" altLang="en-US" b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l-GR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4" name="Google Shape;624;p27"/>
          <p:cNvSpPr txBox="1"/>
          <p:nvPr>
            <p:ph type="subTitle" idx="1"/>
          </p:nvPr>
        </p:nvSpPr>
        <p:spPr>
          <a:xfrm>
            <a:off x="1590950" y="149236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Αποστολή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5" name="Google Shape;625;p27"/>
          <p:cNvSpPr txBox="1"/>
          <p:nvPr>
            <p:ph type="subTitle" idx="2"/>
          </p:nvPr>
        </p:nvSpPr>
        <p:spPr>
          <a:xfrm>
            <a:off x="1590950" y="1922200"/>
            <a:ext cx="3016200" cy="12648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GB">
                <a:solidFill>
                  <a:srgbClr val="10101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Να δώσει λύση στο κυκλοφοριακό με βάση των δεδομένων.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  <p:sp>
        <p:nvSpPr>
          <p:cNvPr id="626" name="Google Shape;626;p27"/>
          <p:cNvSpPr txBox="1"/>
          <p:nvPr>
            <p:ph type="subTitle" idx="5"/>
          </p:nvPr>
        </p:nvSpPr>
        <p:spPr>
          <a:xfrm>
            <a:off x="1590950" y="331577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Εμβέλεια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7" name="Google Shape;627;p27"/>
          <p:cNvSpPr txBox="1"/>
          <p:nvPr>
            <p:ph type="subTitle" idx="6"/>
          </p:nvPr>
        </p:nvSpPr>
        <p:spPr>
          <a:xfrm>
            <a:off x="1590950" y="3787704"/>
            <a:ext cx="2919600" cy="8943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endParaRPr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Εντός του νομού Θεσσαλονίκης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8" name="Google Shape;628;p27"/>
          <p:cNvSpPr txBox="1"/>
          <p:nvPr>
            <p:ph type="subTitle" idx="7"/>
          </p:nvPr>
        </p:nvSpPr>
        <p:spPr>
          <a:xfrm>
            <a:off x="5580325" y="3315775"/>
            <a:ext cx="30900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Τεχνολογία 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9" name="Google Shape;629;p27"/>
          <p:cNvSpPr txBox="1"/>
          <p:nvPr>
            <p:ph type="subTitle" idx="8"/>
          </p:nvPr>
        </p:nvSpPr>
        <p:spPr>
          <a:xfrm>
            <a:off x="5580325" y="3745579"/>
            <a:ext cx="3201600" cy="8943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0" name="Google Shape;630;p27"/>
          <p:cNvSpPr/>
          <p:nvPr/>
        </p:nvSpPr>
        <p:spPr>
          <a:xfrm flipH="1">
            <a:off x="893000" y="162370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31" name="Google Shape;631;p27"/>
          <p:cNvGrpSpPr/>
          <p:nvPr/>
        </p:nvGrpSpPr>
        <p:grpSpPr>
          <a:xfrm>
            <a:off x="1173398" y="1583585"/>
            <a:ext cx="360400" cy="374350"/>
            <a:chOff x="1292925" y="238125"/>
            <a:chExt cx="5033525" cy="5228350"/>
          </a:xfrm>
        </p:grpSpPr>
        <p:sp>
          <p:nvSpPr>
            <p:cNvPr id="632" name="Google Shape;632;p27"/>
            <p:cNvSpPr/>
            <p:nvPr/>
          </p:nvSpPr>
          <p:spPr>
            <a:xfrm>
              <a:off x="4991300" y="1473975"/>
              <a:ext cx="1199750" cy="1199725"/>
            </a:xfrm>
            <a:custGeom>
              <a:avLst/>
              <a:gdLst/>
              <a:ahLst/>
              <a:cxnLst/>
              <a:rect l="l" t="t" r="r" b="b"/>
              <a:pathLst>
                <a:path w="47990" h="47989" extrusionOk="0">
                  <a:moveTo>
                    <a:pt x="47989" y="23994"/>
                  </a:moveTo>
                  <a:cubicBezTo>
                    <a:pt x="47989" y="37254"/>
                    <a:pt x="37254" y="47988"/>
                    <a:pt x="23995" y="47988"/>
                  </a:cubicBezTo>
                  <a:cubicBezTo>
                    <a:pt x="10736" y="47988"/>
                    <a:pt x="1" y="37254"/>
                    <a:pt x="1" y="23994"/>
                  </a:cubicBezTo>
                  <a:cubicBezTo>
                    <a:pt x="1" y="10735"/>
                    <a:pt x="10736" y="0"/>
                    <a:pt x="23995" y="0"/>
                  </a:cubicBezTo>
                  <a:cubicBezTo>
                    <a:pt x="37254" y="0"/>
                    <a:pt x="47989" y="10735"/>
                    <a:pt x="47989" y="23994"/>
                  </a:cubicBezTo>
                  <a:close/>
                  <a:moveTo>
                    <a:pt x="47989" y="23994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3365150" y="4047400"/>
              <a:ext cx="306400" cy="418500"/>
            </a:xfrm>
            <a:custGeom>
              <a:avLst/>
              <a:gdLst/>
              <a:ahLst/>
              <a:cxnLst/>
              <a:rect l="l" t="t" r="r" b="b"/>
              <a:pathLst>
                <a:path w="12256" h="16740" extrusionOk="0">
                  <a:moveTo>
                    <a:pt x="1" y="10612"/>
                  </a:moveTo>
                  <a:cubicBezTo>
                    <a:pt x="1" y="13995"/>
                    <a:pt x="2746" y="16740"/>
                    <a:pt x="6128" y="16740"/>
                  </a:cubicBezTo>
                  <a:cubicBezTo>
                    <a:pt x="9510" y="16740"/>
                    <a:pt x="12255" y="13995"/>
                    <a:pt x="12255" y="10612"/>
                  </a:cubicBezTo>
                  <a:lnTo>
                    <a:pt x="12255" y="0"/>
                  </a:lnTo>
                  <a:lnTo>
                    <a:pt x="1" y="0"/>
                  </a:lnTo>
                  <a:close/>
                  <a:moveTo>
                    <a:pt x="1" y="10612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1292925" y="238125"/>
              <a:ext cx="4461850" cy="3502925"/>
            </a:xfrm>
            <a:custGeom>
              <a:avLst/>
              <a:gdLst/>
              <a:ahLst/>
              <a:cxnLst/>
              <a:rect l="l" t="t" r="r" b="b"/>
              <a:pathLst>
                <a:path w="178474" h="140117" extrusionOk="0">
                  <a:moveTo>
                    <a:pt x="144137" y="96712"/>
                  </a:moveTo>
                  <a:cubicBezTo>
                    <a:pt x="141809" y="93918"/>
                    <a:pt x="139897" y="90731"/>
                    <a:pt x="138451" y="87251"/>
                  </a:cubicBezTo>
                  <a:cubicBezTo>
                    <a:pt x="134775" y="78355"/>
                    <a:pt x="134775" y="68502"/>
                    <a:pt x="138451" y="59605"/>
                  </a:cubicBezTo>
                  <a:cubicBezTo>
                    <a:pt x="144995" y="43797"/>
                    <a:pt x="161710" y="34655"/>
                    <a:pt x="178474" y="37768"/>
                  </a:cubicBezTo>
                  <a:lnTo>
                    <a:pt x="178474" y="6127"/>
                  </a:lnTo>
                  <a:cubicBezTo>
                    <a:pt x="178474" y="2745"/>
                    <a:pt x="175729" y="0"/>
                    <a:pt x="172347" y="0"/>
                  </a:cubicBezTo>
                  <a:lnTo>
                    <a:pt x="6128" y="0"/>
                  </a:lnTo>
                  <a:cubicBezTo>
                    <a:pt x="2746" y="0"/>
                    <a:pt x="1" y="2745"/>
                    <a:pt x="1" y="6127"/>
                  </a:cubicBezTo>
                  <a:lnTo>
                    <a:pt x="1" y="133989"/>
                  </a:lnTo>
                  <a:cubicBezTo>
                    <a:pt x="1" y="137372"/>
                    <a:pt x="2697" y="140117"/>
                    <a:pt x="6104" y="140117"/>
                  </a:cubicBezTo>
                  <a:lnTo>
                    <a:pt x="130290" y="140117"/>
                  </a:lnTo>
                  <a:cubicBezTo>
                    <a:pt x="130265" y="133695"/>
                    <a:pt x="130241" y="127299"/>
                    <a:pt x="130241" y="120877"/>
                  </a:cubicBezTo>
                  <a:cubicBezTo>
                    <a:pt x="130241" y="113402"/>
                    <a:pt x="133280" y="106295"/>
                    <a:pt x="138549" y="101025"/>
                  </a:cubicBezTo>
                  <a:cubicBezTo>
                    <a:pt x="140216" y="99359"/>
                    <a:pt x="142078" y="97913"/>
                    <a:pt x="144137" y="96712"/>
                  </a:cubicBezTo>
                  <a:close/>
                  <a:moveTo>
                    <a:pt x="128255" y="53258"/>
                  </a:moveTo>
                  <a:lnTo>
                    <a:pt x="108918" y="72570"/>
                  </a:lnTo>
                  <a:cubicBezTo>
                    <a:pt x="106541" y="74972"/>
                    <a:pt x="102644" y="74972"/>
                    <a:pt x="100266" y="72570"/>
                  </a:cubicBezTo>
                  <a:lnTo>
                    <a:pt x="84556" y="56860"/>
                  </a:lnTo>
                  <a:lnTo>
                    <a:pt x="51543" y="89874"/>
                  </a:lnTo>
                  <a:cubicBezTo>
                    <a:pt x="49141" y="92251"/>
                    <a:pt x="45269" y="92251"/>
                    <a:pt x="42867" y="89874"/>
                  </a:cubicBezTo>
                  <a:lnTo>
                    <a:pt x="32132" y="79114"/>
                  </a:lnTo>
                  <a:lnTo>
                    <a:pt x="22304" y="88942"/>
                  </a:lnTo>
                  <a:cubicBezTo>
                    <a:pt x="19902" y="91344"/>
                    <a:pt x="16030" y="91344"/>
                    <a:pt x="13628" y="88942"/>
                  </a:cubicBezTo>
                  <a:cubicBezTo>
                    <a:pt x="11250" y="86565"/>
                    <a:pt x="11250" y="82668"/>
                    <a:pt x="13628" y="80291"/>
                  </a:cubicBezTo>
                  <a:lnTo>
                    <a:pt x="27794" y="66125"/>
                  </a:lnTo>
                  <a:cubicBezTo>
                    <a:pt x="30196" y="63723"/>
                    <a:pt x="34068" y="63723"/>
                    <a:pt x="36470" y="66125"/>
                  </a:cubicBezTo>
                  <a:lnTo>
                    <a:pt x="47205" y="76884"/>
                  </a:lnTo>
                  <a:lnTo>
                    <a:pt x="80218" y="43871"/>
                  </a:lnTo>
                  <a:cubicBezTo>
                    <a:pt x="82596" y="41469"/>
                    <a:pt x="86492" y="41469"/>
                    <a:pt x="88870" y="43871"/>
                  </a:cubicBezTo>
                  <a:lnTo>
                    <a:pt x="104604" y="59581"/>
                  </a:lnTo>
                  <a:lnTo>
                    <a:pt x="119604" y="44581"/>
                  </a:lnTo>
                  <a:cubicBezTo>
                    <a:pt x="121981" y="42180"/>
                    <a:pt x="125854" y="42180"/>
                    <a:pt x="128255" y="44581"/>
                  </a:cubicBezTo>
                  <a:cubicBezTo>
                    <a:pt x="130657" y="46983"/>
                    <a:pt x="130657" y="50856"/>
                    <a:pt x="128255" y="53258"/>
                  </a:cubicBezTo>
                  <a:close/>
                  <a:moveTo>
                    <a:pt x="128255" y="53258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4855275" y="2864225"/>
              <a:ext cx="1471175" cy="2602250"/>
            </a:xfrm>
            <a:custGeom>
              <a:avLst/>
              <a:gdLst/>
              <a:ahLst/>
              <a:cxnLst/>
              <a:rect l="l" t="t" r="r" b="b"/>
              <a:pathLst>
                <a:path w="58847" h="104090" extrusionOk="0">
                  <a:moveTo>
                    <a:pt x="54043" y="4657"/>
                  </a:moveTo>
                  <a:cubicBezTo>
                    <a:pt x="51126" y="1814"/>
                    <a:pt x="47131" y="25"/>
                    <a:pt x="42842" y="25"/>
                  </a:cubicBezTo>
                  <a:cubicBezTo>
                    <a:pt x="42083" y="25"/>
                    <a:pt x="20049" y="1"/>
                    <a:pt x="15858" y="1"/>
                  </a:cubicBezTo>
                  <a:cubicBezTo>
                    <a:pt x="7305" y="1"/>
                    <a:pt x="1" y="7280"/>
                    <a:pt x="1" y="15833"/>
                  </a:cubicBezTo>
                  <a:lnTo>
                    <a:pt x="74" y="47376"/>
                  </a:lnTo>
                  <a:cubicBezTo>
                    <a:pt x="74" y="51273"/>
                    <a:pt x="1471" y="54827"/>
                    <a:pt x="3800" y="57596"/>
                  </a:cubicBezTo>
                  <a:cubicBezTo>
                    <a:pt x="5025" y="59042"/>
                    <a:pt x="6520" y="60268"/>
                    <a:pt x="8187" y="61199"/>
                  </a:cubicBezTo>
                  <a:lnTo>
                    <a:pt x="8187" y="97423"/>
                  </a:lnTo>
                  <a:cubicBezTo>
                    <a:pt x="8187" y="97619"/>
                    <a:pt x="8162" y="97791"/>
                    <a:pt x="8162" y="97962"/>
                  </a:cubicBezTo>
                  <a:cubicBezTo>
                    <a:pt x="8162" y="101344"/>
                    <a:pt x="10907" y="104089"/>
                    <a:pt x="14290" y="104089"/>
                  </a:cubicBezTo>
                  <a:lnTo>
                    <a:pt x="44607" y="104065"/>
                  </a:lnTo>
                  <a:cubicBezTo>
                    <a:pt x="47989" y="104065"/>
                    <a:pt x="50710" y="101344"/>
                    <a:pt x="50710" y="97962"/>
                  </a:cubicBezTo>
                  <a:lnTo>
                    <a:pt x="50685" y="61199"/>
                  </a:lnTo>
                  <a:cubicBezTo>
                    <a:pt x="52352" y="60268"/>
                    <a:pt x="53847" y="59042"/>
                    <a:pt x="55072" y="57596"/>
                  </a:cubicBezTo>
                  <a:cubicBezTo>
                    <a:pt x="57401" y="54827"/>
                    <a:pt x="58798" y="51273"/>
                    <a:pt x="58798" y="47376"/>
                  </a:cubicBezTo>
                  <a:cubicBezTo>
                    <a:pt x="58798" y="47376"/>
                    <a:pt x="58847" y="15858"/>
                    <a:pt x="58847" y="15858"/>
                  </a:cubicBezTo>
                  <a:cubicBezTo>
                    <a:pt x="58847" y="11520"/>
                    <a:pt x="56984" y="7549"/>
                    <a:pt x="54043" y="4657"/>
                  </a:cubicBezTo>
                  <a:close/>
                  <a:moveTo>
                    <a:pt x="54043" y="4657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6" name="Google Shape;636;p27"/>
          <p:cNvGrpSpPr/>
          <p:nvPr/>
        </p:nvGrpSpPr>
        <p:grpSpPr>
          <a:xfrm>
            <a:off x="5173042" y="3375245"/>
            <a:ext cx="334911" cy="374350"/>
            <a:chOff x="1476150" y="238125"/>
            <a:chExt cx="4677525" cy="5228350"/>
          </a:xfrm>
        </p:grpSpPr>
        <p:sp>
          <p:nvSpPr>
            <p:cNvPr id="637" name="Google Shape;637;p27"/>
            <p:cNvSpPr/>
            <p:nvPr/>
          </p:nvSpPr>
          <p:spPr>
            <a:xfrm>
              <a:off x="1476150" y="4445650"/>
              <a:ext cx="1511600" cy="1020825"/>
            </a:xfrm>
            <a:custGeom>
              <a:avLst/>
              <a:gdLst/>
              <a:ahLst/>
              <a:cxnLst/>
              <a:rect l="l" t="t" r="r" b="b"/>
              <a:pathLst>
                <a:path w="60464" h="40833" extrusionOk="0">
                  <a:moveTo>
                    <a:pt x="14803" y="1"/>
                  </a:moveTo>
                  <a:cubicBezTo>
                    <a:pt x="10857" y="1"/>
                    <a:pt x="7132" y="1545"/>
                    <a:pt x="4338" y="4339"/>
                  </a:cubicBezTo>
                  <a:cubicBezTo>
                    <a:pt x="1544" y="7133"/>
                    <a:pt x="0" y="10858"/>
                    <a:pt x="25" y="14780"/>
                  </a:cubicBezTo>
                  <a:lnTo>
                    <a:pt x="49" y="28921"/>
                  </a:lnTo>
                  <a:cubicBezTo>
                    <a:pt x="49" y="31200"/>
                    <a:pt x="1324" y="33308"/>
                    <a:pt x="3358" y="34362"/>
                  </a:cubicBezTo>
                  <a:cubicBezTo>
                    <a:pt x="11617" y="38602"/>
                    <a:pt x="20906" y="40832"/>
                    <a:pt x="30244" y="40832"/>
                  </a:cubicBezTo>
                  <a:cubicBezTo>
                    <a:pt x="39582" y="40832"/>
                    <a:pt x="48871" y="38602"/>
                    <a:pt x="57130" y="34362"/>
                  </a:cubicBezTo>
                  <a:cubicBezTo>
                    <a:pt x="59164" y="33308"/>
                    <a:pt x="60439" y="31200"/>
                    <a:pt x="60439" y="28921"/>
                  </a:cubicBezTo>
                  <a:lnTo>
                    <a:pt x="60463" y="14804"/>
                  </a:lnTo>
                  <a:cubicBezTo>
                    <a:pt x="60463" y="10907"/>
                    <a:pt x="58944" y="7206"/>
                    <a:pt x="56150" y="4412"/>
                  </a:cubicBezTo>
                  <a:cubicBezTo>
                    <a:pt x="53356" y="1618"/>
                    <a:pt x="49483" y="25"/>
                    <a:pt x="45562" y="25"/>
                  </a:cubicBezTo>
                  <a:cubicBezTo>
                    <a:pt x="40464" y="25"/>
                    <a:pt x="19877" y="1"/>
                    <a:pt x="148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1682625" y="3212875"/>
              <a:ext cx="1099250" cy="1099225"/>
            </a:xfrm>
            <a:custGeom>
              <a:avLst/>
              <a:gdLst/>
              <a:ahLst/>
              <a:cxnLst/>
              <a:rect l="l" t="t" r="r" b="b"/>
              <a:pathLst>
                <a:path w="43970" h="43969" extrusionOk="0">
                  <a:moveTo>
                    <a:pt x="21985" y="0"/>
                  </a:moveTo>
                  <a:cubicBezTo>
                    <a:pt x="9853" y="0"/>
                    <a:pt x="1" y="9853"/>
                    <a:pt x="1" y="21984"/>
                  </a:cubicBezTo>
                  <a:cubicBezTo>
                    <a:pt x="1" y="34092"/>
                    <a:pt x="9853" y="43969"/>
                    <a:pt x="21985" y="43969"/>
                  </a:cubicBezTo>
                  <a:cubicBezTo>
                    <a:pt x="34092" y="43969"/>
                    <a:pt x="43969" y="34092"/>
                    <a:pt x="43969" y="21984"/>
                  </a:cubicBezTo>
                  <a:cubicBezTo>
                    <a:pt x="43969" y="9853"/>
                    <a:pt x="34092" y="0"/>
                    <a:pt x="21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4642050" y="4445650"/>
              <a:ext cx="1511625" cy="1020825"/>
            </a:xfrm>
            <a:custGeom>
              <a:avLst/>
              <a:gdLst/>
              <a:ahLst/>
              <a:cxnLst/>
              <a:rect l="l" t="t" r="r" b="b"/>
              <a:pathLst>
                <a:path w="60465" h="40833" extrusionOk="0">
                  <a:moveTo>
                    <a:pt x="14780" y="1"/>
                  </a:moveTo>
                  <a:cubicBezTo>
                    <a:pt x="10834" y="1"/>
                    <a:pt x="7108" y="1545"/>
                    <a:pt x="4314" y="4339"/>
                  </a:cubicBezTo>
                  <a:cubicBezTo>
                    <a:pt x="1520" y="7133"/>
                    <a:pt x="1" y="10858"/>
                    <a:pt x="1" y="14780"/>
                  </a:cubicBezTo>
                  <a:lnTo>
                    <a:pt x="25" y="28921"/>
                  </a:lnTo>
                  <a:cubicBezTo>
                    <a:pt x="25" y="31200"/>
                    <a:pt x="1300" y="33308"/>
                    <a:pt x="3359" y="34362"/>
                  </a:cubicBezTo>
                  <a:cubicBezTo>
                    <a:pt x="11594" y="38602"/>
                    <a:pt x="20882" y="40832"/>
                    <a:pt x="30220" y="40832"/>
                  </a:cubicBezTo>
                  <a:cubicBezTo>
                    <a:pt x="39558" y="40832"/>
                    <a:pt x="48847" y="38602"/>
                    <a:pt x="57106" y="34362"/>
                  </a:cubicBezTo>
                  <a:cubicBezTo>
                    <a:pt x="59141" y="33308"/>
                    <a:pt x="60415" y="31200"/>
                    <a:pt x="60440" y="28921"/>
                  </a:cubicBezTo>
                  <a:lnTo>
                    <a:pt x="60440" y="14804"/>
                  </a:lnTo>
                  <a:cubicBezTo>
                    <a:pt x="60464" y="10907"/>
                    <a:pt x="58920" y="7206"/>
                    <a:pt x="56126" y="4412"/>
                  </a:cubicBezTo>
                  <a:cubicBezTo>
                    <a:pt x="53332" y="1618"/>
                    <a:pt x="49460" y="25"/>
                    <a:pt x="45538" y="25"/>
                  </a:cubicBezTo>
                  <a:cubicBezTo>
                    <a:pt x="40440" y="25"/>
                    <a:pt x="19878" y="1"/>
                    <a:pt x="14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4847925" y="3212875"/>
              <a:ext cx="1099250" cy="1099225"/>
            </a:xfrm>
            <a:custGeom>
              <a:avLst/>
              <a:gdLst/>
              <a:ahLst/>
              <a:cxnLst/>
              <a:rect l="l" t="t" r="r" b="b"/>
              <a:pathLst>
                <a:path w="43970" h="43969" extrusionOk="0">
                  <a:moveTo>
                    <a:pt x="21985" y="0"/>
                  </a:moveTo>
                  <a:cubicBezTo>
                    <a:pt x="9853" y="0"/>
                    <a:pt x="1" y="9853"/>
                    <a:pt x="1" y="21984"/>
                  </a:cubicBezTo>
                  <a:cubicBezTo>
                    <a:pt x="1" y="34092"/>
                    <a:pt x="9853" y="43969"/>
                    <a:pt x="21985" y="43969"/>
                  </a:cubicBezTo>
                  <a:cubicBezTo>
                    <a:pt x="34093" y="43969"/>
                    <a:pt x="43970" y="34092"/>
                    <a:pt x="43970" y="21984"/>
                  </a:cubicBezTo>
                  <a:cubicBezTo>
                    <a:pt x="43970" y="9853"/>
                    <a:pt x="34093" y="0"/>
                    <a:pt x="21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3661100" y="238125"/>
              <a:ext cx="306375" cy="487125"/>
            </a:xfrm>
            <a:custGeom>
              <a:avLst/>
              <a:gdLst/>
              <a:ahLst/>
              <a:cxnLst/>
              <a:rect l="l" t="t" r="r" b="b"/>
              <a:pathLst>
                <a:path w="12255" h="19485" extrusionOk="0">
                  <a:moveTo>
                    <a:pt x="6128" y="0"/>
                  </a:moveTo>
                  <a:cubicBezTo>
                    <a:pt x="2745" y="0"/>
                    <a:pt x="0" y="2745"/>
                    <a:pt x="0" y="6127"/>
                  </a:cubicBezTo>
                  <a:lnTo>
                    <a:pt x="0" y="13357"/>
                  </a:lnTo>
                  <a:cubicBezTo>
                    <a:pt x="0" y="16739"/>
                    <a:pt x="2745" y="19484"/>
                    <a:pt x="6128" y="19484"/>
                  </a:cubicBezTo>
                  <a:cubicBezTo>
                    <a:pt x="9510" y="19484"/>
                    <a:pt x="12255" y="16739"/>
                    <a:pt x="12255" y="13357"/>
                  </a:cubicBezTo>
                  <a:lnTo>
                    <a:pt x="12255" y="6127"/>
                  </a:lnTo>
                  <a:cubicBezTo>
                    <a:pt x="12255" y="2745"/>
                    <a:pt x="9510" y="0"/>
                    <a:pt x="6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5036650" y="1795025"/>
              <a:ext cx="487150" cy="306400"/>
            </a:xfrm>
            <a:custGeom>
              <a:avLst/>
              <a:gdLst/>
              <a:ahLst/>
              <a:cxnLst/>
              <a:rect l="l" t="t" r="r" b="b"/>
              <a:pathLst>
                <a:path w="19486" h="12256" extrusionOk="0">
                  <a:moveTo>
                    <a:pt x="6128" y="1"/>
                  </a:moveTo>
                  <a:cubicBezTo>
                    <a:pt x="2746" y="1"/>
                    <a:pt x="1" y="2721"/>
                    <a:pt x="1" y="6128"/>
                  </a:cubicBezTo>
                  <a:cubicBezTo>
                    <a:pt x="1" y="9510"/>
                    <a:pt x="2746" y="12255"/>
                    <a:pt x="6128" y="12255"/>
                  </a:cubicBezTo>
                  <a:lnTo>
                    <a:pt x="13358" y="12255"/>
                  </a:lnTo>
                  <a:cubicBezTo>
                    <a:pt x="16765" y="12255"/>
                    <a:pt x="19485" y="9510"/>
                    <a:pt x="19485" y="6128"/>
                  </a:cubicBezTo>
                  <a:cubicBezTo>
                    <a:pt x="19485" y="2721"/>
                    <a:pt x="16765" y="1"/>
                    <a:pt x="13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2104175" y="1795025"/>
              <a:ext cx="487150" cy="306400"/>
            </a:xfrm>
            <a:custGeom>
              <a:avLst/>
              <a:gdLst/>
              <a:ahLst/>
              <a:cxnLst/>
              <a:rect l="l" t="t" r="r" b="b"/>
              <a:pathLst>
                <a:path w="19486" h="12256" extrusionOk="0">
                  <a:moveTo>
                    <a:pt x="6128" y="1"/>
                  </a:moveTo>
                  <a:cubicBezTo>
                    <a:pt x="2746" y="1"/>
                    <a:pt x="1" y="2721"/>
                    <a:pt x="1" y="6128"/>
                  </a:cubicBezTo>
                  <a:cubicBezTo>
                    <a:pt x="1" y="9510"/>
                    <a:pt x="2746" y="12255"/>
                    <a:pt x="6128" y="12255"/>
                  </a:cubicBezTo>
                  <a:lnTo>
                    <a:pt x="13358" y="12255"/>
                  </a:lnTo>
                  <a:cubicBezTo>
                    <a:pt x="16740" y="12255"/>
                    <a:pt x="19485" y="9510"/>
                    <a:pt x="19485" y="6128"/>
                  </a:cubicBezTo>
                  <a:cubicBezTo>
                    <a:pt x="19485" y="2721"/>
                    <a:pt x="16740" y="1"/>
                    <a:pt x="13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2291050" y="1016550"/>
              <a:ext cx="506750" cy="396775"/>
            </a:xfrm>
            <a:custGeom>
              <a:avLst/>
              <a:gdLst/>
              <a:ahLst/>
              <a:cxnLst/>
              <a:rect l="l" t="t" r="r" b="b"/>
              <a:pathLst>
                <a:path w="20270" h="15871" extrusionOk="0">
                  <a:moveTo>
                    <a:pt x="7007" y="1"/>
                  </a:moveTo>
                  <a:cubicBezTo>
                    <a:pt x="4886" y="1"/>
                    <a:pt x="2826" y="1097"/>
                    <a:pt x="1692" y="3053"/>
                  </a:cubicBezTo>
                  <a:cubicBezTo>
                    <a:pt x="1" y="5994"/>
                    <a:pt x="1006" y="9744"/>
                    <a:pt x="3947" y="11435"/>
                  </a:cubicBezTo>
                  <a:lnTo>
                    <a:pt x="10196" y="15038"/>
                  </a:lnTo>
                  <a:cubicBezTo>
                    <a:pt x="11177" y="15601"/>
                    <a:pt x="12231" y="15871"/>
                    <a:pt x="13260" y="15871"/>
                  </a:cubicBezTo>
                  <a:cubicBezTo>
                    <a:pt x="15368" y="15871"/>
                    <a:pt x="17426" y="14768"/>
                    <a:pt x="18578" y="12807"/>
                  </a:cubicBezTo>
                  <a:cubicBezTo>
                    <a:pt x="20270" y="9866"/>
                    <a:pt x="19265" y="6116"/>
                    <a:pt x="16324" y="4425"/>
                  </a:cubicBezTo>
                  <a:lnTo>
                    <a:pt x="10074" y="822"/>
                  </a:lnTo>
                  <a:cubicBezTo>
                    <a:pt x="9105" y="265"/>
                    <a:pt x="8048" y="1"/>
                    <a:pt x="70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2860875" y="446725"/>
              <a:ext cx="440575" cy="462950"/>
            </a:xfrm>
            <a:custGeom>
              <a:avLst/>
              <a:gdLst/>
              <a:ahLst/>
              <a:cxnLst/>
              <a:rect l="l" t="t" r="r" b="b"/>
              <a:pathLst>
                <a:path w="17623" h="18518" extrusionOk="0">
                  <a:moveTo>
                    <a:pt x="6997" y="1"/>
                  </a:moveTo>
                  <a:cubicBezTo>
                    <a:pt x="5959" y="1"/>
                    <a:pt x="4908" y="265"/>
                    <a:pt x="3947" y="822"/>
                  </a:cubicBezTo>
                  <a:cubicBezTo>
                    <a:pt x="1006" y="2513"/>
                    <a:pt x="1" y="6263"/>
                    <a:pt x="1692" y="9180"/>
                  </a:cubicBezTo>
                  <a:lnTo>
                    <a:pt x="5319" y="15454"/>
                  </a:lnTo>
                  <a:cubicBezTo>
                    <a:pt x="6447" y="17415"/>
                    <a:pt x="8505" y="18518"/>
                    <a:pt x="10613" y="18518"/>
                  </a:cubicBezTo>
                  <a:cubicBezTo>
                    <a:pt x="11667" y="18518"/>
                    <a:pt x="12721" y="18248"/>
                    <a:pt x="13677" y="17684"/>
                  </a:cubicBezTo>
                  <a:cubicBezTo>
                    <a:pt x="16618" y="15993"/>
                    <a:pt x="17623" y="12243"/>
                    <a:pt x="15932" y="9327"/>
                  </a:cubicBezTo>
                  <a:lnTo>
                    <a:pt x="12304" y="3053"/>
                  </a:lnTo>
                  <a:cubicBezTo>
                    <a:pt x="11170" y="1097"/>
                    <a:pt x="9111" y="1"/>
                    <a:pt x="69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4327125" y="446725"/>
              <a:ext cx="440575" cy="462950"/>
            </a:xfrm>
            <a:custGeom>
              <a:avLst/>
              <a:gdLst/>
              <a:ahLst/>
              <a:cxnLst/>
              <a:rect l="l" t="t" r="r" b="b"/>
              <a:pathLst>
                <a:path w="17623" h="18518" extrusionOk="0">
                  <a:moveTo>
                    <a:pt x="10626" y="1"/>
                  </a:moveTo>
                  <a:cubicBezTo>
                    <a:pt x="8513" y="1"/>
                    <a:pt x="6453" y="1097"/>
                    <a:pt x="5319" y="3053"/>
                  </a:cubicBezTo>
                  <a:lnTo>
                    <a:pt x="1692" y="9327"/>
                  </a:lnTo>
                  <a:cubicBezTo>
                    <a:pt x="0" y="12243"/>
                    <a:pt x="1005" y="15993"/>
                    <a:pt x="3946" y="17684"/>
                  </a:cubicBezTo>
                  <a:cubicBezTo>
                    <a:pt x="4902" y="18248"/>
                    <a:pt x="5956" y="18518"/>
                    <a:pt x="6985" y="18518"/>
                  </a:cubicBezTo>
                  <a:cubicBezTo>
                    <a:pt x="9118" y="18518"/>
                    <a:pt x="11176" y="17415"/>
                    <a:pt x="12304" y="15454"/>
                  </a:cubicBezTo>
                  <a:lnTo>
                    <a:pt x="15931" y="9180"/>
                  </a:lnTo>
                  <a:cubicBezTo>
                    <a:pt x="17622" y="6263"/>
                    <a:pt x="16617" y="2513"/>
                    <a:pt x="13676" y="822"/>
                  </a:cubicBezTo>
                  <a:cubicBezTo>
                    <a:pt x="12716" y="265"/>
                    <a:pt x="11664" y="1"/>
                    <a:pt x="106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4830775" y="1016550"/>
              <a:ext cx="506750" cy="396775"/>
            </a:xfrm>
            <a:custGeom>
              <a:avLst/>
              <a:gdLst/>
              <a:ahLst/>
              <a:cxnLst/>
              <a:rect l="l" t="t" r="r" b="b"/>
              <a:pathLst>
                <a:path w="20270" h="15871" extrusionOk="0">
                  <a:moveTo>
                    <a:pt x="13258" y="1"/>
                  </a:moveTo>
                  <a:cubicBezTo>
                    <a:pt x="12219" y="1"/>
                    <a:pt x="11165" y="265"/>
                    <a:pt x="10196" y="822"/>
                  </a:cubicBezTo>
                  <a:lnTo>
                    <a:pt x="3947" y="4425"/>
                  </a:lnTo>
                  <a:cubicBezTo>
                    <a:pt x="1005" y="6116"/>
                    <a:pt x="1" y="9866"/>
                    <a:pt x="1692" y="12807"/>
                  </a:cubicBezTo>
                  <a:cubicBezTo>
                    <a:pt x="2819" y="14768"/>
                    <a:pt x="4878" y="15871"/>
                    <a:pt x="7010" y="15871"/>
                  </a:cubicBezTo>
                  <a:cubicBezTo>
                    <a:pt x="8039" y="15871"/>
                    <a:pt x="9093" y="15601"/>
                    <a:pt x="10074" y="15038"/>
                  </a:cubicBezTo>
                  <a:lnTo>
                    <a:pt x="16323" y="11435"/>
                  </a:lnTo>
                  <a:cubicBezTo>
                    <a:pt x="19265" y="9744"/>
                    <a:pt x="20269" y="5994"/>
                    <a:pt x="18578" y="3053"/>
                  </a:cubicBezTo>
                  <a:cubicBezTo>
                    <a:pt x="17428" y="1097"/>
                    <a:pt x="15374" y="1"/>
                    <a:pt x="13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4830775" y="2482800"/>
              <a:ext cx="506750" cy="396775"/>
            </a:xfrm>
            <a:custGeom>
              <a:avLst/>
              <a:gdLst/>
              <a:ahLst/>
              <a:cxnLst/>
              <a:rect l="l" t="t" r="r" b="b"/>
              <a:pathLst>
                <a:path w="20270" h="15871" extrusionOk="0">
                  <a:moveTo>
                    <a:pt x="7006" y="0"/>
                  </a:moveTo>
                  <a:cubicBezTo>
                    <a:pt x="4886" y="0"/>
                    <a:pt x="2826" y="1096"/>
                    <a:pt x="1692" y="3052"/>
                  </a:cubicBezTo>
                  <a:cubicBezTo>
                    <a:pt x="1" y="5993"/>
                    <a:pt x="1005" y="9743"/>
                    <a:pt x="3947" y="11434"/>
                  </a:cubicBezTo>
                  <a:lnTo>
                    <a:pt x="10196" y="15037"/>
                  </a:lnTo>
                  <a:cubicBezTo>
                    <a:pt x="11152" y="15601"/>
                    <a:pt x="12206" y="15870"/>
                    <a:pt x="13260" y="15870"/>
                  </a:cubicBezTo>
                  <a:cubicBezTo>
                    <a:pt x="15368" y="15870"/>
                    <a:pt x="17426" y="14767"/>
                    <a:pt x="18578" y="12807"/>
                  </a:cubicBezTo>
                  <a:cubicBezTo>
                    <a:pt x="20269" y="9866"/>
                    <a:pt x="19265" y="6116"/>
                    <a:pt x="16323" y="4425"/>
                  </a:cubicBezTo>
                  <a:lnTo>
                    <a:pt x="10074" y="822"/>
                  </a:lnTo>
                  <a:cubicBezTo>
                    <a:pt x="9105" y="265"/>
                    <a:pt x="8048" y="0"/>
                    <a:pt x="7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649;p27"/>
            <p:cNvSpPr/>
            <p:nvPr/>
          </p:nvSpPr>
          <p:spPr>
            <a:xfrm>
              <a:off x="2291050" y="2482800"/>
              <a:ext cx="506750" cy="396775"/>
            </a:xfrm>
            <a:custGeom>
              <a:avLst/>
              <a:gdLst/>
              <a:ahLst/>
              <a:cxnLst/>
              <a:rect l="l" t="t" r="r" b="b"/>
              <a:pathLst>
                <a:path w="20270" h="15871" extrusionOk="0">
                  <a:moveTo>
                    <a:pt x="13264" y="0"/>
                  </a:moveTo>
                  <a:cubicBezTo>
                    <a:pt x="12222" y="0"/>
                    <a:pt x="11165" y="265"/>
                    <a:pt x="10196" y="822"/>
                  </a:cubicBezTo>
                  <a:lnTo>
                    <a:pt x="3947" y="4425"/>
                  </a:lnTo>
                  <a:cubicBezTo>
                    <a:pt x="1006" y="6116"/>
                    <a:pt x="1" y="9866"/>
                    <a:pt x="1692" y="12807"/>
                  </a:cubicBezTo>
                  <a:cubicBezTo>
                    <a:pt x="2844" y="14767"/>
                    <a:pt x="4903" y="15870"/>
                    <a:pt x="7010" y="15870"/>
                  </a:cubicBezTo>
                  <a:cubicBezTo>
                    <a:pt x="8040" y="15870"/>
                    <a:pt x="9094" y="15601"/>
                    <a:pt x="10074" y="15037"/>
                  </a:cubicBezTo>
                  <a:lnTo>
                    <a:pt x="16324" y="11434"/>
                  </a:lnTo>
                  <a:cubicBezTo>
                    <a:pt x="19265" y="9743"/>
                    <a:pt x="20270" y="5993"/>
                    <a:pt x="18578" y="3052"/>
                  </a:cubicBezTo>
                  <a:cubicBezTo>
                    <a:pt x="17444" y="1096"/>
                    <a:pt x="15385" y="0"/>
                    <a:pt x="132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2683800" y="814675"/>
              <a:ext cx="2260975" cy="2139650"/>
            </a:xfrm>
            <a:custGeom>
              <a:avLst/>
              <a:gdLst/>
              <a:ahLst/>
              <a:cxnLst/>
              <a:rect l="l" t="t" r="r" b="b"/>
              <a:pathLst>
                <a:path w="90439" h="85586" extrusionOk="0">
                  <a:moveTo>
                    <a:pt x="45220" y="1"/>
                  </a:moveTo>
                  <a:cubicBezTo>
                    <a:pt x="20270" y="1"/>
                    <a:pt x="1" y="20294"/>
                    <a:pt x="1" y="45219"/>
                  </a:cubicBezTo>
                  <a:cubicBezTo>
                    <a:pt x="1" y="61812"/>
                    <a:pt x="9045" y="77056"/>
                    <a:pt x="23627" y="84973"/>
                  </a:cubicBezTo>
                  <a:cubicBezTo>
                    <a:pt x="23946" y="85144"/>
                    <a:pt x="24167" y="85365"/>
                    <a:pt x="24338" y="85585"/>
                  </a:cubicBezTo>
                  <a:lnTo>
                    <a:pt x="39166" y="85585"/>
                  </a:lnTo>
                  <a:cubicBezTo>
                    <a:pt x="39117" y="85291"/>
                    <a:pt x="39092" y="84973"/>
                    <a:pt x="39092" y="84654"/>
                  </a:cubicBezTo>
                  <a:lnTo>
                    <a:pt x="39092" y="57033"/>
                  </a:lnTo>
                  <a:lnTo>
                    <a:pt x="31813" y="49754"/>
                  </a:lnTo>
                  <a:cubicBezTo>
                    <a:pt x="29436" y="47352"/>
                    <a:pt x="29436" y="43479"/>
                    <a:pt x="31813" y="41077"/>
                  </a:cubicBezTo>
                  <a:cubicBezTo>
                    <a:pt x="33014" y="39889"/>
                    <a:pt x="34583" y="39294"/>
                    <a:pt x="36151" y="39294"/>
                  </a:cubicBezTo>
                  <a:cubicBezTo>
                    <a:pt x="37720" y="39294"/>
                    <a:pt x="39288" y="39889"/>
                    <a:pt x="40489" y="41077"/>
                  </a:cubicBezTo>
                  <a:lnTo>
                    <a:pt x="45220" y="45808"/>
                  </a:lnTo>
                  <a:lnTo>
                    <a:pt x="49950" y="41077"/>
                  </a:lnTo>
                  <a:cubicBezTo>
                    <a:pt x="51138" y="39889"/>
                    <a:pt x="52707" y="39294"/>
                    <a:pt x="54276" y="39294"/>
                  </a:cubicBezTo>
                  <a:cubicBezTo>
                    <a:pt x="55844" y="39294"/>
                    <a:pt x="57413" y="39889"/>
                    <a:pt x="58601" y="41077"/>
                  </a:cubicBezTo>
                  <a:cubicBezTo>
                    <a:pt x="61003" y="43479"/>
                    <a:pt x="61003" y="47352"/>
                    <a:pt x="58601" y="49754"/>
                  </a:cubicBezTo>
                  <a:lnTo>
                    <a:pt x="51347" y="57033"/>
                  </a:lnTo>
                  <a:lnTo>
                    <a:pt x="51347" y="84654"/>
                  </a:lnTo>
                  <a:cubicBezTo>
                    <a:pt x="51347" y="84973"/>
                    <a:pt x="51322" y="85291"/>
                    <a:pt x="51273" y="85585"/>
                  </a:cubicBezTo>
                  <a:lnTo>
                    <a:pt x="66101" y="85585"/>
                  </a:lnTo>
                  <a:cubicBezTo>
                    <a:pt x="66273" y="85365"/>
                    <a:pt x="66493" y="85144"/>
                    <a:pt x="66812" y="84973"/>
                  </a:cubicBezTo>
                  <a:cubicBezTo>
                    <a:pt x="81395" y="77056"/>
                    <a:pt x="90438" y="61812"/>
                    <a:pt x="90438" y="45219"/>
                  </a:cubicBezTo>
                  <a:cubicBezTo>
                    <a:pt x="90438" y="20294"/>
                    <a:pt x="70145" y="1"/>
                    <a:pt x="452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3299600" y="3260650"/>
              <a:ext cx="1029375" cy="511050"/>
            </a:xfrm>
            <a:custGeom>
              <a:avLst/>
              <a:gdLst/>
              <a:ahLst/>
              <a:cxnLst/>
              <a:rect l="l" t="t" r="r" b="b"/>
              <a:pathLst>
                <a:path w="41175" h="20442" extrusionOk="0">
                  <a:moveTo>
                    <a:pt x="0" y="1"/>
                  </a:moveTo>
                  <a:cubicBezTo>
                    <a:pt x="98" y="11299"/>
                    <a:pt x="9289" y="20441"/>
                    <a:pt x="20588" y="20441"/>
                  </a:cubicBezTo>
                  <a:cubicBezTo>
                    <a:pt x="31886" y="20441"/>
                    <a:pt x="41077" y="11299"/>
                    <a:pt x="411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52" name="Google Shape;652;p27"/>
          <p:cNvGrpSpPr/>
          <p:nvPr/>
        </p:nvGrpSpPr>
        <p:grpSpPr>
          <a:xfrm>
            <a:off x="1166420" y="3413345"/>
            <a:ext cx="374350" cy="374350"/>
            <a:chOff x="1190625" y="238125"/>
            <a:chExt cx="5228350" cy="5228350"/>
          </a:xfrm>
        </p:grpSpPr>
        <p:sp>
          <p:nvSpPr>
            <p:cNvPr id="653" name="Google Shape;653;p27"/>
            <p:cNvSpPr/>
            <p:nvPr/>
          </p:nvSpPr>
          <p:spPr>
            <a:xfrm>
              <a:off x="1190625" y="2699400"/>
              <a:ext cx="1305725" cy="306400"/>
            </a:xfrm>
            <a:custGeom>
              <a:avLst/>
              <a:gdLst/>
              <a:ahLst/>
              <a:cxnLst/>
              <a:rect l="l" t="t" r="r" b="b"/>
              <a:pathLst>
                <a:path w="52229" h="12256" extrusionOk="0">
                  <a:moveTo>
                    <a:pt x="6127" y="1"/>
                  </a:moveTo>
                  <a:cubicBezTo>
                    <a:pt x="2745" y="1"/>
                    <a:pt x="0" y="2746"/>
                    <a:pt x="0" y="6128"/>
                  </a:cubicBezTo>
                  <a:cubicBezTo>
                    <a:pt x="0" y="9510"/>
                    <a:pt x="2745" y="12255"/>
                    <a:pt x="6127" y="12255"/>
                  </a:cubicBezTo>
                  <a:lnTo>
                    <a:pt x="52228" y="12255"/>
                  </a:lnTo>
                  <a:cubicBezTo>
                    <a:pt x="52008" y="10245"/>
                    <a:pt x="51885" y="8187"/>
                    <a:pt x="51885" y="6128"/>
                  </a:cubicBezTo>
                  <a:cubicBezTo>
                    <a:pt x="51885" y="4045"/>
                    <a:pt x="52008" y="2010"/>
                    <a:pt x="52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4265250" y="778525"/>
              <a:ext cx="1613925" cy="1614550"/>
            </a:xfrm>
            <a:custGeom>
              <a:avLst/>
              <a:gdLst/>
              <a:ahLst/>
              <a:cxnLst/>
              <a:rect l="l" t="t" r="r" b="b"/>
              <a:pathLst>
                <a:path w="64557" h="64582" extrusionOk="0">
                  <a:moveTo>
                    <a:pt x="0" y="1"/>
                  </a:moveTo>
                  <a:lnTo>
                    <a:pt x="0" y="33578"/>
                  </a:lnTo>
                  <a:cubicBezTo>
                    <a:pt x="7157" y="36249"/>
                    <a:pt x="13553" y="40416"/>
                    <a:pt x="18847" y="45685"/>
                  </a:cubicBezTo>
                  <a:cubicBezTo>
                    <a:pt x="24141" y="51003"/>
                    <a:pt x="28308" y="57425"/>
                    <a:pt x="30979" y="64581"/>
                  </a:cubicBezTo>
                  <a:lnTo>
                    <a:pt x="64556" y="64581"/>
                  </a:lnTo>
                  <a:cubicBezTo>
                    <a:pt x="61002" y="48479"/>
                    <a:pt x="52890" y="34117"/>
                    <a:pt x="41665" y="22867"/>
                  </a:cubicBezTo>
                  <a:cubicBezTo>
                    <a:pt x="30440" y="11642"/>
                    <a:pt x="16078" y="3555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3652525" y="238125"/>
              <a:ext cx="306375" cy="1305725"/>
            </a:xfrm>
            <a:custGeom>
              <a:avLst/>
              <a:gdLst/>
              <a:ahLst/>
              <a:cxnLst/>
              <a:rect l="l" t="t" r="r" b="b"/>
              <a:pathLst>
                <a:path w="12255" h="52229" extrusionOk="0">
                  <a:moveTo>
                    <a:pt x="6103" y="0"/>
                  </a:moveTo>
                  <a:cubicBezTo>
                    <a:pt x="2966" y="0"/>
                    <a:pt x="368" y="2353"/>
                    <a:pt x="0" y="5392"/>
                  </a:cubicBezTo>
                  <a:lnTo>
                    <a:pt x="0" y="52228"/>
                  </a:lnTo>
                  <a:cubicBezTo>
                    <a:pt x="2010" y="51983"/>
                    <a:pt x="4044" y="51885"/>
                    <a:pt x="6103" y="51885"/>
                  </a:cubicBezTo>
                  <a:cubicBezTo>
                    <a:pt x="8186" y="51885"/>
                    <a:pt x="10245" y="52008"/>
                    <a:pt x="12255" y="52228"/>
                  </a:cubicBezTo>
                  <a:cubicBezTo>
                    <a:pt x="12255" y="36837"/>
                    <a:pt x="12230" y="21494"/>
                    <a:pt x="12230" y="6127"/>
                  </a:cubicBezTo>
                  <a:cubicBezTo>
                    <a:pt x="12230" y="2745"/>
                    <a:pt x="9485" y="0"/>
                    <a:pt x="6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2794100" y="1841600"/>
              <a:ext cx="2022000" cy="2022000"/>
            </a:xfrm>
            <a:custGeom>
              <a:avLst/>
              <a:gdLst/>
              <a:ahLst/>
              <a:cxnLst/>
              <a:rect l="l" t="t" r="r" b="b"/>
              <a:pathLst>
                <a:path w="80880" h="80880" extrusionOk="0">
                  <a:moveTo>
                    <a:pt x="40440" y="0"/>
                  </a:moveTo>
                  <a:cubicBezTo>
                    <a:pt x="18088" y="0"/>
                    <a:pt x="0" y="18088"/>
                    <a:pt x="0" y="40440"/>
                  </a:cubicBezTo>
                  <a:cubicBezTo>
                    <a:pt x="0" y="62767"/>
                    <a:pt x="18088" y="80879"/>
                    <a:pt x="40440" y="80879"/>
                  </a:cubicBezTo>
                  <a:cubicBezTo>
                    <a:pt x="62718" y="80879"/>
                    <a:pt x="80879" y="62743"/>
                    <a:pt x="80879" y="40440"/>
                  </a:cubicBezTo>
                  <a:cubicBezTo>
                    <a:pt x="80879" y="18137"/>
                    <a:pt x="62718" y="0"/>
                    <a:pt x="404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1730425" y="777925"/>
              <a:ext cx="1615750" cy="1615150"/>
            </a:xfrm>
            <a:custGeom>
              <a:avLst/>
              <a:gdLst/>
              <a:ahLst/>
              <a:cxnLst/>
              <a:rect l="l" t="t" r="r" b="b"/>
              <a:pathLst>
                <a:path w="64630" h="64606" extrusionOk="0">
                  <a:moveTo>
                    <a:pt x="64630" y="0"/>
                  </a:moveTo>
                  <a:cubicBezTo>
                    <a:pt x="48552" y="3554"/>
                    <a:pt x="34141" y="11642"/>
                    <a:pt x="22891" y="22891"/>
                  </a:cubicBezTo>
                  <a:cubicBezTo>
                    <a:pt x="11666" y="34141"/>
                    <a:pt x="3554" y="48503"/>
                    <a:pt x="0" y="64605"/>
                  </a:cubicBezTo>
                  <a:lnTo>
                    <a:pt x="33577" y="64605"/>
                  </a:lnTo>
                  <a:cubicBezTo>
                    <a:pt x="36249" y="57449"/>
                    <a:pt x="40415" y="51027"/>
                    <a:pt x="45709" y="45709"/>
                  </a:cubicBezTo>
                  <a:cubicBezTo>
                    <a:pt x="51027" y="40415"/>
                    <a:pt x="57473" y="36224"/>
                    <a:pt x="64630" y="33553"/>
                  </a:cubicBezTo>
                  <a:lnTo>
                    <a:pt x="64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4265250" y="3312125"/>
              <a:ext cx="1613925" cy="1613925"/>
            </a:xfrm>
            <a:custGeom>
              <a:avLst/>
              <a:gdLst/>
              <a:ahLst/>
              <a:cxnLst/>
              <a:rect l="l" t="t" r="r" b="b"/>
              <a:pathLst>
                <a:path w="64557" h="64557" extrusionOk="0">
                  <a:moveTo>
                    <a:pt x="30979" y="1"/>
                  </a:moveTo>
                  <a:cubicBezTo>
                    <a:pt x="28308" y="7157"/>
                    <a:pt x="24141" y="13578"/>
                    <a:pt x="18847" y="18872"/>
                  </a:cubicBezTo>
                  <a:cubicBezTo>
                    <a:pt x="13553" y="24166"/>
                    <a:pt x="7157" y="28333"/>
                    <a:pt x="0" y="31004"/>
                  </a:cubicBezTo>
                  <a:lnTo>
                    <a:pt x="0" y="64557"/>
                  </a:lnTo>
                  <a:cubicBezTo>
                    <a:pt x="16078" y="61027"/>
                    <a:pt x="30440" y="52915"/>
                    <a:pt x="41665" y="41690"/>
                  </a:cubicBezTo>
                  <a:cubicBezTo>
                    <a:pt x="52890" y="30440"/>
                    <a:pt x="61002" y="16078"/>
                    <a:pt x="645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1730425" y="3312125"/>
              <a:ext cx="1615750" cy="1614550"/>
            </a:xfrm>
            <a:custGeom>
              <a:avLst/>
              <a:gdLst/>
              <a:ahLst/>
              <a:cxnLst/>
              <a:rect l="l" t="t" r="r" b="b"/>
              <a:pathLst>
                <a:path w="64630" h="64582" extrusionOk="0">
                  <a:moveTo>
                    <a:pt x="0" y="1"/>
                  </a:moveTo>
                  <a:cubicBezTo>
                    <a:pt x="3554" y="16078"/>
                    <a:pt x="11666" y="30440"/>
                    <a:pt x="22891" y="41690"/>
                  </a:cubicBezTo>
                  <a:cubicBezTo>
                    <a:pt x="34141" y="52939"/>
                    <a:pt x="48552" y="61052"/>
                    <a:pt x="64630" y="64581"/>
                  </a:cubicBezTo>
                  <a:lnTo>
                    <a:pt x="64630" y="31029"/>
                  </a:lnTo>
                  <a:cubicBezTo>
                    <a:pt x="57473" y="28357"/>
                    <a:pt x="51027" y="24191"/>
                    <a:pt x="45709" y="18872"/>
                  </a:cubicBezTo>
                  <a:cubicBezTo>
                    <a:pt x="40415" y="13578"/>
                    <a:pt x="36249" y="7157"/>
                    <a:pt x="3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5113250" y="2699400"/>
              <a:ext cx="1305725" cy="306400"/>
            </a:xfrm>
            <a:custGeom>
              <a:avLst/>
              <a:gdLst/>
              <a:ahLst/>
              <a:cxnLst/>
              <a:rect l="l" t="t" r="r" b="b"/>
              <a:pathLst>
                <a:path w="52229" h="12256" extrusionOk="0">
                  <a:moveTo>
                    <a:pt x="0" y="1"/>
                  </a:moveTo>
                  <a:cubicBezTo>
                    <a:pt x="245" y="2010"/>
                    <a:pt x="368" y="4045"/>
                    <a:pt x="368" y="6128"/>
                  </a:cubicBezTo>
                  <a:cubicBezTo>
                    <a:pt x="368" y="8187"/>
                    <a:pt x="245" y="10245"/>
                    <a:pt x="0" y="12255"/>
                  </a:cubicBezTo>
                  <a:lnTo>
                    <a:pt x="46101" y="12255"/>
                  </a:lnTo>
                  <a:cubicBezTo>
                    <a:pt x="49483" y="12255"/>
                    <a:pt x="52228" y="9510"/>
                    <a:pt x="52228" y="6128"/>
                  </a:cubicBezTo>
                  <a:cubicBezTo>
                    <a:pt x="52228" y="2746"/>
                    <a:pt x="49508" y="1"/>
                    <a:pt x="46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3652525" y="4160750"/>
              <a:ext cx="306375" cy="1305725"/>
            </a:xfrm>
            <a:custGeom>
              <a:avLst/>
              <a:gdLst/>
              <a:ahLst/>
              <a:cxnLst/>
              <a:rect l="l" t="t" r="r" b="b"/>
              <a:pathLst>
                <a:path w="12255" h="52229" extrusionOk="0">
                  <a:moveTo>
                    <a:pt x="0" y="0"/>
                  </a:moveTo>
                  <a:lnTo>
                    <a:pt x="0" y="46836"/>
                  </a:lnTo>
                  <a:cubicBezTo>
                    <a:pt x="368" y="49876"/>
                    <a:pt x="2966" y="52228"/>
                    <a:pt x="6103" y="52228"/>
                  </a:cubicBezTo>
                  <a:cubicBezTo>
                    <a:pt x="9485" y="52228"/>
                    <a:pt x="12230" y="49483"/>
                    <a:pt x="12230" y="46101"/>
                  </a:cubicBezTo>
                  <a:cubicBezTo>
                    <a:pt x="12230" y="30734"/>
                    <a:pt x="12255" y="15416"/>
                    <a:pt x="12255" y="0"/>
                  </a:cubicBezTo>
                  <a:lnTo>
                    <a:pt x="12255" y="0"/>
                  </a:lnTo>
                  <a:cubicBezTo>
                    <a:pt x="10245" y="245"/>
                    <a:pt x="8186" y="368"/>
                    <a:pt x="6103" y="368"/>
                  </a:cubicBezTo>
                  <a:cubicBezTo>
                    <a:pt x="4044" y="368"/>
                    <a:pt x="2010" y="245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62" name="Google Shape;662;p27"/>
          <p:cNvSpPr/>
          <p:nvPr/>
        </p:nvSpPr>
        <p:spPr>
          <a:xfrm flipH="1">
            <a:off x="89300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3" name="Google Shape;663;p27"/>
          <p:cNvSpPr/>
          <p:nvPr/>
        </p:nvSpPr>
        <p:spPr>
          <a:xfrm flipH="1">
            <a:off x="489265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4"/>
          <p:cNvSpPr txBox="1"/>
          <p:nvPr>
            <p:ph type="title"/>
          </p:nvPr>
        </p:nvSpPr>
        <p:spPr>
          <a:xfrm>
            <a:off x="683625" y="4302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Αποτελέσ</a:t>
            </a:r>
            <a:r>
              <a:rPr lang="el-GR" altLang="en-GB" b="1">
                <a:latin typeface="Arial" panose="020B0604020202020204" pitchFamily="34" charset="0"/>
                <a:cs typeface="Arial" panose="020B0604020202020204" pitchFamily="34" charset="0"/>
              </a:rPr>
              <a:t>Μάτα Κονσόλας</a:t>
            </a:r>
            <a:endParaRPr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3" name="Google Shape;723;p34"/>
          <p:cNvSpPr/>
          <p:nvPr/>
        </p:nvSpPr>
        <p:spPr>
          <a:xfrm flipH="1">
            <a:off x="893000" y="162370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4" name="Google Shape;724;p34"/>
          <p:cNvSpPr/>
          <p:nvPr/>
        </p:nvSpPr>
        <p:spPr>
          <a:xfrm flipH="1">
            <a:off x="89300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5" name="Google Shape;725;p34"/>
          <p:cNvSpPr/>
          <p:nvPr/>
        </p:nvSpPr>
        <p:spPr>
          <a:xfrm flipH="1">
            <a:off x="489265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" name="Text Box 0"/>
          <p:cNvSpPr txBox="1"/>
          <p:nvPr/>
        </p:nvSpPr>
        <p:spPr>
          <a:xfrm>
            <a:off x="683260" y="1623695"/>
            <a:ext cx="803592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buAutoNum type="arabicPeriod"/>
            </a:pPr>
            <a:r>
              <a:rPr lang="el-GR" altLang="en-US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Για τον δρόμο με την υψηλότερη καταγραφή</a:t>
            </a:r>
            <a:br>
              <a:rPr lang="el-GR" altLang="en-US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</a:br>
            <a:r>
              <a:rPr lang="en-US"/>
              <a:t>Maximum road link = 5 , Direction = from-to , Average speed = 78.10344827586206 km\h, Number of unique datapoints from cars = 34</a:t>
            </a:r>
            <a:endParaRPr lang="en-US"/>
          </a:p>
          <a:p>
            <a:pPr marL="342900" indent="-342900" algn="l">
              <a:buAutoNum type="arabicPeriod"/>
            </a:pPr>
            <a:endParaRPr lang="en-US" b="1"/>
          </a:p>
          <a:p>
            <a:pPr marL="342900" indent="-342900" algn="l">
              <a:buAutoNum type="arabicPeriod"/>
            </a:pPr>
            <a:r>
              <a:rPr lang="el-GR" altLang="en-US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Για όλους τους δρόμους</a:t>
            </a:r>
            <a:br>
              <a:rPr lang="el-GR" altLang="en-US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</a:br>
            <a:r>
              <a:rPr lang="en-US"/>
              <a:t>Generally, the Frequent direction = to-from , Average speed = 77.86046511627907 km\h, Number of unique datapoints from cars = 50</a:t>
            </a:r>
            <a:endParaRPr lang="en-US"/>
          </a:p>
          <a:p>
            <a:pPr marL="342900" indent="-342900" algn="l">
              <a:buAutoNum type="arabicPeriod"/>
            </a:pPr>
            <a:endParaRPr lang="en-US" b="1"/>
          </a:p>
          <a:p>
            <a:pPr marL="342900" indent="-342900" algn="l">
              <a:buAutoNum type="arabicPeriod"/>
            </a:pPr>
            <a:r>
              <a:rPr lang="el-GR" altLang="en-US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Το </a:t>
            </a:r>
            <a:r>
              <a:rPr lang="en-US" altLang="en-US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Maximum number of unique datapoints from cars </a:t>
            </a:r>
            <a:r>
              <a:rPr lang="el-GR" altLang="en-US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αφορά ανά καταγραφή και όχι γενικά</a:t>
            </a:r>
            <a:r>
              <a:rPr lang="el-GR" altLang="en-US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.</a:t>
            </a:r>
            <a:br>
              <a:rPr lang="el-GR" altLang="en-US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</a:br>
            <a:r>
              <a:rPr lang="en-US"/>
              <a:t>Latest traffic record = 2026-07-19 23:00:00 , Maximum average speed = 105.0 km\h, Maximum number of unique datapoints from cars = 3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5"/>
          <p:cNvSpPr txBox="1"/>
          <p:nvPr>
            <p:ph type="subTitle" idx="1"/>
          </p:nvPr>
        </p:nvSpPr>
        <p:spPr>
          <a:xfrm>
            <a:off x="825500" y="391795"/>
            <a:ext cx="7281545" cy="53467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altLang="en-GB" sz="2800">
                <a:latin typeface="Arial" panose="020B0604020202020204" pitchFamily="34" charset="0"/>
                <a:cs typeface="Arial" panose="020B0604020202020204" pitchFamily="34" charset="0"/>
              </a:rPr>
              <a:t>Διαγράμματα συσχέτισης</a:t>
            </a:r>
            <a:endParaRPr lang="el-GR" altLang="en-GB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3" name="Google Shape;733;p35"/>
          <p:cNvSpPr txBox="1"/>
          <p:nvPr>
            <p:ph type="subTitle" idx="4"/>
          </p:nvPr>
        </p:nvSpPr>
        <p:spPr>
          <a:xfrm>
            <a:off x="825500" y="1149985"/>
            <a:ext cx="7581265" cy="3596005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l-GR" sz="2000">
                <a:latin typeface="Arial" panose="020B0604020202020204" pitchFamily="34" charset="0"/>
                <a:cs typeface="Arial" panose="020B0604020202020204" pitchFamily="34" charset="0"/>
              </a:rPr>
              <a:t>Συσχέτιση του πλήθους των κατευθύνσεων των οχημάτων ανά δρόμο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Link_ID</a:t>
            </a:r>
            <a:b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l-GR" sz="2000">
                <a:latin typeface="Arial" panose="020B0604020202020204" pitchFamily="34" charset="0"/>
                <a:cs typeface="Arial" panose="020B0604020202020204" pitchFamily="34" charset="0"/>
              </a:rPr>
              <a:t>Συσχέτιση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000">
                <a:latin typeface="Arial" panose="020B0604020202020204" pitchFamily="34" charset="0"/>
                <a:cs typeface="Arial" panose="020B0604020202020204" pitchFamily="34" charset="0"/>
              </a:rPr>
              <a:t>του πλήθους των οχημάτων ανά δρόμο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Link_ID</a:t>
            </a:r>
            <a:b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l-GR" sz="2000">
                <a:latin typeface="Arial" panose="020B0604020202020204" pitchFamily="34" charset="0"/>
                <a:cs typeface="Arial" panose="020B0604020202020204" pitchFamily="34" charset="0"/>
              </a:rPr>
              <a:t>Συσχέτιση της μέσης ταχύτητας των οχημάτων ανά καταγραφή ταξινομημένη χρονικά σε αύξουσα σειρά.</a:t>
            </a:r>
            <a:endParaRPr lang="el-GR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0" descr="Figure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05" y="24765"/>
            <a:ext cx="4511040" cy="2633345"/>
          </a:xfrm>
          <a:prstGeom prst="rect">
            <a:avLst/>
          </a:prstGeom>
        </p:spPr>
      </p:pic>
      <p:pic>
        <p:nvPicPr>
          <p:cNvPr id="3" name="Picture 2" descr="Figure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545" y="24765"/>
            <a:ext cx="4453890" cy="2633345"/>
          </a:xfrm>
          <a:prstGeom prst="rect">
            <a:avLst/>
          </a:prstGeom>
        </p:spPr>
      </p:pic>
      <p:pic>
        <p:nvPicPr>
          <p:cNvPr id="4" name="Picture 3" descr="Figure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280" y="2658110"/>
            <a:ext cx="5933440" cy="23437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8"/>
          <p:cNvSpPr txBox="1"/>
          <p:nvPr>
            <p:ph type="title"/>
          </p:nvPr>
        </p:nvSpPr>
        <p:spPr>
          <a:xfrm>
            <a:off x="713250" y="3853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500" b="1">
                <a:latin typeface="Arial" panose="020B0604020202020204" pitchFamily="34" charset="0"/>
                <a:cs typeface="Arial" panose="020B0604020202020204" pitchFamily="34" charset="0"/>
              </a:rPr>
              <a:t>Επισκόπηση λύσης</a:t>
            </a:r>
            <a:endParaRPr lang="el-GR" sz="25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9" name="Google Shape;759;p38"/>
          <p:cNvSpPr txBox="1"/>
          <p:nvPr>
            <p:ph type="body" idx="1"/>
          </p:nvPr>
        </p:nvSpPr>
        <p:spPr>
          <a:xfrm>
            <a:off x="713105" y="913130"/>
            <a:ext cx="7717790" cy="5772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l-GR" sz="1400">
                <a:solidFill>
                  <a:srgbClr val="101010"/>
                </a:solidFill>
              </a:rPr>
              <a:t>Η λύση που έκανα αφορά στον εντοπισμό των δρόμων με την μεγαλύτερη κυκλοφορική συμφόρηση.</a:t>
            </a:r>
            <a:endParaRPr lang="el-GR" sz="1400">
              <a:solidFill>
                <a:srgbClr val="101010"/>
              </a:solidFill>
            </a:endParaRPr>
          </a:p>
        </p:txBody>
      </p:sp>
      <p:sp>
        <p:nvSpPr>
          <p:cNvPr id="760" name="Google Shape;760;p38"/>
          <p:cNvSpPr txBox="1"/>
          <p:nvPr>
            <p:ph type="title"/>
          </p:nvPr>
        </p:nvSpPr>
        <p:spPr>
          <a:xfrm>
            <a:off x="713105" y="1665605"/>
            <a:ext cx="7766050" cy="5772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500" b="1">
                <a:latin typeface="Arial" panose="020B0604020202020204" pitchFamily="34" charset="0"/>
                <a:cs typeface="Arial" panose="020B0604020202020204" pitchFamily="34" charset="0"/>
              </a:rPr>
              <a:t>Καινοτομία</a:t>
            </a:r>
            <a:endParaRPr lang="el-GR" sz="25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1" name="Google Shape;761;p38"/>
          <p:cNvSpPr txBox="1"/>
          <p:nvPr>
            <p:ph type="body" idx="1"/>
          </p:nvPr>
        </p:nvSpPr>
        <p:spPr>
          <a:xfrm>
            <a:off x="713105" y="2216150"/>
            <a:ext cx="7766050" cy="1047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400">
                <a:solidFill>
                  <a:srgbClr val="10101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Οι ιδέες μου για αυτή την καινοτομία είναι η αναζήτηση στο </a:t>
            </a:r>
            <a:r>
              <a:rPr lang="en-US" altLang="el-GR" sz="1400">
                <a:solidFill>
                  <a:srgbClr val="10101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</a:t>
            </a:r>
            <a:r>
              <a:rPr lang="el-GR" altLang="en-US" sz="1400">
                <a:solidFill>
                  <a:srgbClr val="10101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για την καταγραφή των οχημάτων στην Θεσσαλονίκη.</a:t>
            </a:r>
            <a:endParaRPr lang="el-GR" altLang="en-US" sz="1400">
              <a:solidFill>
                <a:srgbClr val="10101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2" name="Google Shape;762;p38"/>
          <p:cNvSpPr txBox="1"/>
          <p:nvPr>
            <p:ph type="title"/>
          </p:nvPr>
        </p:nvSpPr>
        <p:spPr>
          <a:xfrm>
            <a:off x="713105" y="3009265"/>
            <a:ext cx="7766050" cy="5772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500" b="1">
                <a:latin typeface="Arial" panose="020B0604020202020204" pitchFamily="34" charset="0"/>
                <a:cs typeface="Arial" panose="020B0604020202020204" pitchFamily="34" charset="0"/>
              </a:rPr>
              <a:t>Εφικτότητα</a:t>
            </a:r>
            <a:endParaRPr lang="el-GR" sz="25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3" name="Google Shape;763;p38"/>
          <p:cNvSpPr txBox="1"/>
          <p:nvPr>
            <p:ph type="body" idx="1"/>
          </p:nvPr>
        </p:nvSpPr>
        <p:spPr>
          <a:xfrm>
            <a:off x="713105" y="3526790"/>
            <a:ext cx="7766050" cy="1047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400">
                <a:solidFill>
                  <a:srgbClr val="10101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Το πρόγραμμα είναι εφικτό επειδή εάν αλλάξουν τα δεδομένα, μία μικρή αλλαγή θα γίνει (μόνο ως προς την διάταξη των στηλών του πίνακα) και μια χαρά δουλεύει.</a:t>
            </a:r>
            <a:endParaRPr sz="1400">
              <a:solidFill>
                <a:srgbClr val="10101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10101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9"/>
          <p:cNvSpPr/>
          <p:nvPr/>
        </p:nvSpPr>
        <p:spPr>
          <a:xfrm>
            <a:off x="749990" y="1285925"/>
            <a:ext cx="1905000" cy="372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62670"/>
              </a:gs>
              <a:gs pos="100000">
                <a:srgbClr val="06060D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>
                <a:solidFill>
                  <a:srgbClr val="FDE047"/>
                </a:solidFill>
                <a:latin typeface="Rubik"/>
                <a:ea typeface="Rubik"/>
                <a:cs typeface="Rubik"/>
                <a:sym typeface="Rubik"/>
              </a:rPr>
              <a:t>Τεχνολογία</a:t>
            </a:r>
            <a:r>
              <a:rPr lang="en-GB">
                <a:solidFill>
                  <a:srgbClr val="FDE047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l-GR" altLang="en-GB">
                <a:solidFill>
                  <a:srgbClr val="FDE047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lang="el-GR" altLang="en-GB">
              <a:solidFill>
                <a:srgbClr val="FDE047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69" name="Google Shape;769;p39"/>
          <p:cNvSpPr txBox="1"/>
          <p:nvPr/>
        </p:nvSpPr>
        <p:spPr>
          <a:xfrm>
            <a:off x="544830" y="2520950"/>
            <a:ext cx="4012565" cy="42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Python 3 </a:t>
            </a:r>
            <a:r>
              <a:rPr lang="el-GR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στο </a:t>
            </a:r>
            <a:r>
              <a:rPr lang="en-US" altLang="el-GR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Visual Studio Code</a:t>
            </a:r>
            <a:endParaRPr lang="en-US" altLang="el-GR"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70" name="Google Shape;770;p39"/>
          <p:cNvSpPr/>
          <p:nvPr/>
        </p:nvSpPr>
        <p:spPr>
          <a:xfrm>
            <a:off x="5050070" y="1285925"/>
            <a:ext cx="1905000" cy="372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62670"/>
              </a:gs>
              <a:gs pos="100000">
                <a:srgbClr val="06060D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altLang="en-GB">
                <a:solidFill>
                  <a:srgbClr val="FDE047"/>
                </a:solidFill>
                <a:latin typeface="Rubik"/>
                <a:ea typeface="Rubik"/>
                <a:cs typeface="Rubik"/>
                <a:sym typeface="Rubik"/>
              </a:rPr>
              <a:t>Τεχνολογία </a:t>
            </a:r>
            <a:r>
              <a:rPr lang="en-US" altLang="en-GB">
                <a:solidFill>
                  <a:srgbClr val="FDE047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lang="en-US" altLang="en-GB">
              <a:solidFill>
                <a:srgbClr val="FDE047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71" name="Google Shape;771;p39"/>
          <p:cNvSpPr txBox="1"/>
          <p:nvPr/>
        </p:nvSpPr>
        <p:spPr>
          <a:xfrm>
            <a:off x="4808220" y="2521585"/>
            <a:ext cx="3444875" cy="9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WPS Spreadsheet </a:t>
            </a:r>
            <a:r>
              <a:rPr lang="el-GR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για τον χειρισμό των </a:t>
            </a:r>
            <a:r>
              <a:rPr lang="en-US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CSV </a:t>
            </a:r>
            <a:r>
              <a:rPr lang="el-GR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αρχείων</a:t>
            </a:r>
            <a:r>
              <a:rPr lang="el-GR" altLang="el-GR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με την βοείθεια του </a:t>
            </a:r>
            <a:r>
              <a:rPr lang="en-US" altLang="el-GR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notepad++</a:t>
            </a:r>
            <a:endParaRPr lang="en-US" altLang="el-GR"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0"/>
          <p:cNvSpPr txBox="1"/>
          <p:nvPr>
            <p:ph type="title"/>
          </p:nvPr>
        </p:nvSpPr>
        <p:spPr>
          <a:xfrm>
            <a:off x="87630" y="69850"/>
            <a:ext cx="8944610" cy="7251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altLang="el-GR" b="1"/>
              <a:t>Πρωτότυπο αρχείο κυκλοφορίας οχημάτων</a:t>
            </a:r>
            <a:endParaRPr lang="el-GR" altLang="el-GR" b="1"/>
          </a:p>
        </p:txBody>
      </p:sp>
      <p:pic>
        <p:nvPicPr>
          <p:cNvPr id="7" name="Picture Placeholder 6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87630" y="794385"/>
            <a:ext cx="8945245" cy="4232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0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b="1"/>
              <a:t>Αστείο πρωτότυπο</a:t>
            </a:r>
            <a:endParaRPr lang="el-GR" b="1"/>
          </a:p>
        </p:txBody>
      </p:sp>
      <p:pic>
        <p:nvPicPr>
          <p:cNvPr id="3" name="Picture Placeholder 2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339725" y="1172845"/>
            <a:ext cx="8464550" cy="375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oogle Shape;789;p4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42900" y="1103630"/>
            <a:ext cx="8629650" cy="348488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42"/>
          <p:cNvSpPr/>
          <p:nvPr/>
        </p:nvSpPr>
        <p:spPr>
          <a:xfrm rot="10800000">
            <a:off x="720330" y="801003"/>
            <a:ext cx="350302" cy="700625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91" name="Google Shape;791;p42"/>
          <p:cNvGrpSpPr/>
          <p:nvPr/>
        </p:nvGrpSpPr>
        <p:grpSpPr>
          <a:xfrm>
            <a:off x="591788" y="471851"/>
            <a:ext cx="2079759" cy="2404093"/>
            <a:chOff x="1852898" y="947466"/>
            <a:chExt cx="2079759" cy="2404093"/>
          </a:xfrm>
        </p:grpSpPr>
        <p:grpSp>
          <p:nvGrpSpPr>
            <p:cNvPr id="792" name="Google Shape;792;p42"/>
            <p:cNvGrpSpPr/>
            <p:nvPr/>
          </p:nvGrpSpPr>
          <p:grpSpPr>
            <a:xfrm flipH="1">
              <a:off x="1852898" y="3018088"/>
              <a:ext cx="882533" cy="333471"/>
              <a:chOff x="3551575" y="3215125"/>
              <a:chExt cx="389450" cy="147150"/>
            </a:xfrm>
          </p:grpSpPr>
          <p:sp>
            <p:nvSpPr>
              <p:cNvPr id="793" name="Google Shape;793;p4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4" name="Google Shape;794;p4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5" name="Google Shape;795;p4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6" name="Google Shape;796;p4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7" name="Google Shape;797;p4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8" name="Google Shape;798;p4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9" name="Google Shape;799;p4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0" name="Google Shape;800;p4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1" name="Google Shape;801;p4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2" name="Google Shape;802;p4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3" name="Google Shape;803;p4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4" name="Google Shape;804;p4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5" name="Google Shape;805;p4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6" name="Google Shape;806;p4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7" name="Google Shape;807;p4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8" name="Google Shape;808;p4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9" name="Google Shape;809;p4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0" name="Google Shape;810;p4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1" name="Google Shape;811;p4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2" name="Google Shape;812;p4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3" name="Google Shape;813;p4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4" name="Google Shape;814;p4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15" name="Google Shape;815;p42"/>
            <p:cNvGrpSpPr/>
            <p:nvPr/>
          </p:nvGrpSpPr>
          <p:grpSpPr>
            <a:xfrm flipH="1">
              <a:off x="3210559" y="947466"/>
              <a:ext cx="722099" cy="407700"/>
              <a:chOff x="1211425" y="918075"/>
              <a:chExt cx="722099" cy="407700"/>
            </a:xfrm>
          </p:grpSpPr>
          <p:sp>
            <p:nvSpPr>
              <p:cNvPr id="816" name="Google Shape;816;p42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7" name="Google Shape;817;p42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8" name="Google Shape;818;p42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9" name="Google Shape;819;p42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0" name="Google Shape;820;p42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1" name="Google Shape;821;p42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2" name="Google Shape;822;p42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3" name="Google Shape;823;p42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4" name="Google Shape;824;p42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5" name="Google Shape;825;p42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6" name="Google Shape;826;p42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7" name="Google Shape;827;p42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8" name="Google Shape;828;p42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9" name="Google Shape;829;p42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0" name="Google Shape;830;p42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1" name="Google Shape;831;p42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2" name="Google Shape;832;p42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3" name="Google Shape;833;p42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834" name="Google Shape;834;p42"/>
          <p:cNvGrpSpPr/>
          <p:nvPr/>
        </p:nvGrpSpPr>
        <p:grpSpPr>
          <a:xfrm>
            <a:off x="-1565206" y="-2327047"/>
            <a:ext cx="8494402" cy="10048056"/>
            <a:chOff x="-1565206" y="-2327047"/>
            <a:chExt cx="8494402" cy="10048056"/>
          </a:xfrm>
        </p:grpSpPr>
        <p:grpSp>
          <p:nvGrpSpPr>
            <p:cNvPr id="835" name="Google Shape;835;p42"/>
            <p:cNvGrpSpPr/>
            <p:nvPr/>
          </p:nvGrpSpPr>
          <p:grpSpPr>
            <a:xfrm rot="-5400000">
              <a:off x="2125755" y="-2599893"/>
              <a:ext cx="4530594" cy="5076286"/>
              <a:chOff x="4826000" y="4400753"/>
              <a:chExt cx="4530594" cy="5076286"/>
            </a:xfrm>
          </p:grpSpPr>
          <p:sp>
            <p:nvSpPr>
              <p:cNvPr id="836" name="Google Shape;836;p42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7" name="Google Shape;837;p42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38" name="Google Shape;838;p42"/>
            <p:cNvGrpSpPr/>
            <p:nvPr/>
          </p:nvGrpSpPr>
          <p:grpSpPr>
            <a:xfrm rot="-2006149" flipH="1">
              <a:off x="-1143338" y="2070024"/>
              <a:ext cx="2324989" cy="2229599"/>
              <a:chOff x="5165475" y="-713653"/>
              <a:chExt cx="2324999" cy="2229609"/>
            </a:xfrm>
          </p:grpSpPr>
          <p:sp>
            <p:nvSpPr>
              <p:cNvPr id="839" name="Google Shape;839;p42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0" name="Google Shape;840;p42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41" name="Google Shape;841;p42"/>
            <p:cNvGrpSpPr/>
            <p:nvPr/>
          </p:nvGrpSpPr>
          <p:grpSpPr>
            <a:xfrm rot="490164" flipH="1">
              <a:off x="682690" y="4092424"/>
              <a:ext cx="3324918" cy="3409649"/>
              <a:chOff x="7159200" y="2117361"/>
              <a:chExt cx="2271501" cy="2329387"/>
            </a:xfrm>
          </p:grpSpPr>
          <p:sp>
            <p:nvSpPr>
              <p:cNvPr id="842" name="Google Shape;842;p42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3" name="Google Shape;843;p42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4" name="Google Shape;844;p42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845" name="Google Shape;845;p42"/>
          <p:cNvSpPr txBox="1"/>
          <p:nvPr>
            <p:ph type="title"/>
          </p:nvPr>
        </p:nvSpPr>
        <p:spPr>
          <a:xfrm>
            <a:off x="302260" y="63500"/>
            <a:ext cx="8710295" cy="88392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bg2"/>
                </a:solidFill>
                <a:latin typeface="+mj-lt"/>
                <a:cs typeface="+mj-lt"/>
              </a:rPr>
              <a:t>TEH END</a:t>
            </a:r>
            <a:endParaRPr lang="en-US" altLang="en-GB">
              <a:solidFill>
                <a:schemeClr val="bg2"/>
              </a:solidFill>
              <a:latin typeface="+mj-lt"/>
              <a:cs typeface="+mj-lt"/>
            </a:endParaRPr>
          </a:p>
        </p:txBody>
      </p:sp>
      <p:pic>
        <p:nvPicPr>
          <p:cNvPr id="846" name="Google Shape;846;p4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4125" y="4714200"/>
            <a:ext cx="1733706" cy="4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42"/>
          <p:cNvSpPr txBox="1"/>
          <p:nvPr>
            <p:ph type="subTitle" idx="1"/>
          </p:nvPr>
        </p:nvSpPr>
        <p:spPr>
          <a:xfrm>
            <a:off x="5619750" y="3195955"/>
            <a:ext cx="3267075" cy="1279525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Επαφη.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 panose="020B0604020202020204"/>
              <a:buNone/>
            </a:pP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 panose="020B0604020202020204"/>
              <a:buNone/>
            </a:pPr>
            <a:r>
              <a:rPr lang="en-US" altLang="en-GB">
                <a:solidFill>
                  <a:schemeClr val="lt1"/>
                </a:solidFill>
                <a:highlight>
                  <a:schemeClr val="dk1"/>
                </a:highlight>
              </a:rPr>
              <a:t>cappasalstefanow</a:t>
            </a: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@</a:t>
            </a:r>
            <a:r>
              <a:rPr lang="en-US" altLang="en-GB">
                <a:solidFill>
                  <a:schemeClr val="lt1"/>
                </a:solidFill>
                <a:highlight>
                  <a:schemeClr val="dk1"/>
                </a:highlight>
              </a:rPr>
              <a:t>gmail.com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 panose="020B0604020202020204"/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 panose="020B0604020202020204"/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 panose="020B0604020202020204"/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livery Plan Consulting by Slidesgo">
  <a:themeElements>
    <a:clrScheme name="Simple Light">
      <a:dk1>
        <a:srgbClr val="15153E"/>
      </a:dk1>
      <a:lt1>
        <a:srgbClr val="FFFFFF"/>
      </a:lt1>
      <a:dk2>
        <a:srgbClr val="5571FB"/>
      </a:dk2>
      <a:lt2>
        <a:srgbClr val="7A7A7A"/>
      </a:lt2>
      <a:accent1>
        <a:srgbClr val="A7F6C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53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2470</Words>
  <Application>WPS Presentation</Application>
  <PresentationFormat/>
  <Paragraphs>107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6" baseType="lpstr">
      <vt:lpstr>Arial</vt:lpstr>
      <vt:lpstr>SimSun</vt:lpstr>
      <vt:lpstr>Wingdings</vt:lpstr>
      <vt:lpstr>Arial</vt:lpstr>
      <vt:lpstr>Poppins</vt:lpstr>
      <vt:lpstr>Rubik</vt:lpstr>
      <vt:lpstr>Open Sans</vt:lpstr>
      <vt:lpstr>Calibri</vt:lpstr>
      <vt:lpstr>Montserrat</vt:lpstr>
      <vt:lpstr>Microsoft YaHei</vt:lpstr>
      <vt:lpstr/>
      <vt:lpstr>Arial Unicode MS</vt:lpstr>
      <vt:lpstr>Malgun Gothic</vt:lpstr>
      <vt:lpstr>Microsoft JhengHei</vt:lpstr>
      <vt:lpstr>MS Gothic</vt:lpstr>
      <vt:lpstr>Yu Gothic Light</vt:lpstr>
      <vt:lpstr>Yu Gothic UI Semilight</vt:lpstr>
      <vt:lpstr>PMingLiU-ExtB</vt:lpstr>
      <vt:lpstr>NSimSun</vt:lpstr>
      <vt:lpstr>Yu Gothic</vt:lpstr>
      <vt:lpstr>Yu Gothic UI Light</vt:lpstr>
      <vt:lpstr>Segoe Print</vt:lpstr>
      <vt:lpstr>Delivery Plan Consulting by Slidesgo</vt:lpstr>
      <vt:lpstr>Datathon Pitch Deck</vt:lpstr>
      <vt:lpstr>PowerPoint 演示文稿</vt:lpstr>
      <vt:lpstr>Δήλωση Προβλήματος</vt:lpstr>
      <vt:lpstr>Δήλωση Προβλήματος</vt:lpstr>
      <vt:lpstr>Business Concept</vt:lpstr>
      <vt:lpstr>ΑποτελέσΜάτα Κονσόλας</vt:lpstr>
      <vt:lpstr>PowerPoint 演示文稿</vt:lpstr>
      <vt:lpstr>PowerPoint 演示文稿</vt:lpstr>
      <vt:lpstr>Feasibility</vt:lpstr>
      <vt:lpstr>PowerPoint 演示文稿</vt:lpstr>
      <vt:lpstr>Αστείο πρωτότυπο</vt:lpstr>
      <vt:lpstr>Prototype</vt:lpstr>
      <vt:lpstr>TEH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Datathon Pitch Deck</dc:title>
  <dc:creator/>
  <cp:lastModifiedBy>CPU 6.40 GHz</cp:lastModifiedBy>
  <cp:revision>4</cp:revision>
  <dcterms:created xsi:type="dcterms:W3CDTF">2026-01-12T09:38:00Z</dcterms:created>
  <dcterms:modified xsi:type="dcterms:W3CDTF">2026-07-21T20:39:30Z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1033-10.2.0.7646</vt:lpwstr>
  </property>
</Properties>
</file>